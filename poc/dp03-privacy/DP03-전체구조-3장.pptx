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990d6ccc446fa" /><Relationship Type="http://schemas.openxmlformats.org/officeDocument/2006/relationships/extended-properties" Target="/docProps/app.xml" Id="R2f8f68c834a940df" /><Relationship Type="http://schemas.openxmlformats.org/officeDocument/2006/relationships/officeDocument" Target="/ppt/presentation.xml" Id="R503cd4805aec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f48313a62e45a9"/>
  </p:sldMasterIdLst>
  <p:notesMasterIdLst>
    <p:notesMasterId xmlns:r="http://schemas.openxmlformats.org/officeDocument/2006/relationships" r:id="R51c6825c48a84e7d"/>
  </p:notesMasterIdLst>
  <p:sldIdLst>
    <p:sldId xmlns:r="http://schemas.openxmlformats.org/officeDocument/2006/relationships" id="256" r:id="Ra356d9a0d5454650"/>
    <p:sldId xmlns:r="http://schemas.openxmlformats.org/officeDocument/2006/relationships" id="257" r:id="R4bc9952ac9724c63"/>
    <p:sldId xmlns:r="http://schemas.openxmlformats.org/officeDocument/2006/relationships" id="258" r:id="R3a7eb260020144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52679339dc4918" /><Relationship Type="http://schemas.openxmlformats.org/officeDocument/2006/relationships/slideMaster" Target="/ppt/slideMasters/slideMaster1.xml" Id="R63f48313a62e45a9" /><Relationship Type="http://schemas.openxmlformats.org/officeDocument/2006/relationships/notesMaster" Target="/ppt/notesMasters/notesMaster1.xml" Id="R51c6825c48a84e7d" /><Relationship Type="http://schemas.openxmlformats.org/officeDocument/2006/relationships/presProps" Target="/ppt/presProps.xml" Id="R1593410210d740e9" /><Relationship Type="http://schemas.openxmlformats.org/officeDocument/2006/relationships/tableStyles" Target="/ppt/tableStyles.xml" Id="R745937bc6ce04370" /><Relationship Type="http://schemas.openxmlformats.org/officeDocument/2006/relationships/slide" Target="/ppt/slides/slide1.xml" Id="Ra356d9a0d5454650" /><Relationship Type="http://schemas.openxmlformats.org/officeDocument/2006/relationships/slide" Target="/ppt/slides/slide2.xml" Id="R4bc9952ac9724c63" /><Relationship Type="http://schemas.openxmlformats.org/officeDocument/2006/relationships/slide" Target="/ppt/slides/slide3.xml" Id="R3a7eb260020144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34fa4f919747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6956adb714a58" /><Relationship Type="http://schemas.openxmlformats.org/officeDocument/2006/relationships/notesMaster" Target="/ppt/notesMasters/notesMaster1.xml" Id="R6e8a5701959b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2c7c57141463e" /><Relationship Type="http://schemas.openxmlformats.org/officeDocument/2006/relationships/notesMaster" Target="/ppt/notesMasters/notesMaster1.xml" Id="R6df4a8003c24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26baf675894d4b" /><Relationship Type="http://schemas.openxmlformats.org/officeDocument/2006/relationships/notesMaster" Target="/ppt/notesMasters/notesMaster1.xml" Id="R62af363e307b46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f0db24d304b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3d318ac4cb47d9" /><Relationship Type="http://schemas.openxmlformats.org/officeDocument/2006/relationships/slideLayout" Target="/ppt/slideLayouts/slideLayout1.xml" Id="R354786eb3014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786eb3014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3315e6dae4dd4" /><Relationship Type="http://schemas.openxmlformats.org/officeDocument/2006/relationships/notesSlide" Target="/ppt/notesSlides/notesSlide1.xml" Id="R1c9f5df5637e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df9e0af6740c2" /><Relationship Type="http://schemas.openxmlformats.org/officeDocument/2006/relationships/notesSlide" Target="/ppt/notesSlides/notesSlide2.xml" Id="R4fd574c083ed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31d6b5ee041fa" /><Relationship Type="http://schemas.openxmlformats.org/officeDocument/2006/relationships/notesSlide" Target="/ppt/notesSlides/notesSlide3.xml" Id="Rd438d10fdaa748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CD310-E6AE-46E6-8F91-893715F3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DP03 설계 전제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80D31-E99A-44B9-BD60-C6C8A03A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공통 입력 생성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48C1-02E1-4959-A7C6-3CBCFB0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763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외부 출구별로 보낼 수 있는 필드와 값 집합을 먼저 제한한다.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E2880-01BA-4820-B33F-5A4142C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488D9-D0D9-4199-9D64-546A3BB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D3EC9-E37B-4406-8B3C-EBFE6120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2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 Registry / Core SDK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승인 issue/value · 정규화 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C2BAE-26CF-456A-B814-88FA7BA7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런타임 확정 권한은 승인 스키마 안으로 제한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4F87F-0D00-4BA7-B650-78A9F92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50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원본 입력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 Intent · Tool/DPA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6A944-8CD8-4B56-9A3C-576A5D4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1924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정규화기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분류 · 권한 · 어휘 매핑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47034-0FB3-495E-A649-35CE93ED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4800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안전 사실값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원문 · 사유 · PII 배제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56F27-850C-47E2-84CE-292DF5F8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50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 빌더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OutcomeSpace · 요청 구성</a:t>
            </a:r>
          </a:p>
        </p:txBody>
      </p: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71700" y="3457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48200" y="3457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86600" y="3457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F4FD0-1942-4FE7-8B3F-66B9410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09850"/>
            <a:ext cx="1657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OutcomeSpace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 전 freeze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C340D-B272-4137-9314-44910A2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1657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구조화 계획 요청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LLM행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D863F-5C28-4E36-AB30-88987CB6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196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0E1CF"/>
          </a:solidFill>
          <a:ln xmlns:a="http://schemas.openxmlformats.org/drawingml/2006/main" w="11430">
            <a:solidFill>
              <a:srgbClr val="87521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8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PII Vault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단계 복원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7791C-2381-4FBC-B393-854DB64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196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8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선호 · 유보값 흡수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9639300" y="2924175"/>
            <a:ext cx="49530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39300" y="3457575"/>
            <a:ext cx="49530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8" idx="2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343025" y="3867150"/>
            <a:ext cx="2657475" cy="1323975"/>
          </a:xfrm>
          <a:prstGeom xmlns:a="http://schemas.openxmlformats.org/drawingml/2006/main" prst="bentConnector5">
            <a:avLst>
              <a:gd name="adj1" fmla="val 0"/>
              <a:gd name="adj2" fmla="val 17266"/>
              <a:gd name="adj3" fmla="val 91398"/>
            </a:avLst>
          </a:prstGeom>
          <a:ln xmlns:a="http://schemas.openxmlformats.org/drawingml/2006/main" w="13335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8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343025" y="3867150"/>
            <a:ext cx="5000625" cy="1323975"/>
          </a:xfrm>
          <a:prstGeom xmlns:a="http://schemas.openxmlformats.org/drawingml/2006/main" prst="bentConnector5">
            <a:avLst>
              <a:gd name="adj1" fmla="val 0"/>
              <a:gd name="adj2" fmla="val 17266"/>
              <a:gd name="adj3" fmla="val 95429"/>
            </a:avLst>
          </a:prstGeom>
          <a:ln xmlns:a="http://schemas.openxmlformats.org/drawingml/2006/main" w="13335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F0699-708A-4EB3-84C0-CF03929C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핵심: 사용자/디바이스 데이터 중 외부로 나가는 것은 승인된 구조화 값뿐이다.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D4727-54D5-4E69-A11B-48100B1B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ufun과 PII 원본은 단말 내부에 남고, 협상 오퍼와 Cloud 계획 요청에는 원문·사유·PII가 들어가지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99337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252F2-CAA1-47D0-BCCB-3AEC7CBE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DP03 후보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02F58-36E6-44D6-9784-3CD032A4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Monolithic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08DC2-59CD-4AE6-A36D-A864DE2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763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모든 원본 입력을 단일 프라이버시 게이트웨이에 모아 한 번에 정규화한다.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2F24B-74EF-42D8-8438-45C9AC00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8A55A-2E17-42D4-9A89-1C69C373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on-device-trust-boundary">
            <a:extLst xmlns:a="http://schemas.openxmlformats.org/drawingml/2006/main">
              <a:ext uri="{FF2B5EF4-FFF2-40B4-BE49-F238E27FC236}">
                <a16:creationId xmlns:a16="http://schemas.microsoft.com/office/drawing/2014/main" id="{0E1BAA1F-0B4D-4669-A986-88062C65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5631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82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BC9DE-E154-4B30-A807-B958D3C5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rPr>
              <a:t>온디바이스 신뢰경계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06D33-3327-4ED2-8F46-49419C6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9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외부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9FB22-112F-4502-945C-44D833AE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3144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0E2A9-D66B-4E31-8234-32D4BF53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144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DPA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가전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64727-434F-4E17-9764-B53F0A0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3144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툴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48D3A-5602-486B-AE9A-5A1253F4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19300"/>
            <a:ext cx="32194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D7C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94F43-0535-45D6-B9AE-A17B8F5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19300"/>
            <a:ext cx="32194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프라이버시 게이트웨이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7D077-5353-4FD6-83CB-172E18B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525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AF2E4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 Registry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승인 issue/value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0445D-FB18-4A73-BF73-9E574371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95650"/>
            <a:ext cx="13525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정규화기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분류 · 권한 · 어휘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53FF5-2B09-445A-B5CF-7376D7C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76700"/>
            <a:ext cx="13525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797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 빌더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OutcomeSpace ·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9802E-2C89-43CA-B3E7-6458BEE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95650"/>
            <a:ext cx="1123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0E1CF"/>
          </a:solidFill>
          <a:ln xmlns:a="http://schemas.openxmlformats.org/drawingml/2006/main" w="11430">
            <a:solidFill>
              <a:srgbClr val="875214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PII Vault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복원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566C3-5DA6-42BD-AAE3-AF50AD8E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14600"/>
            <a:ext cx="1123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 재료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선호 · 유보값</a:t>
            </a:r>
          </a:p>
        </p:txBody>
      </p:sp>
      <p:cxnSp>
        <p:nvCxnSpPr>
          <p:cNvPr id="64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943100" y="2638425"/>
            <a:ext cx="66675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1943100" y="3571875"/>
            <a:ext cx="666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1943100" y="3571875"/>
            <a:ext cx="666750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86125" y="30670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286125" y="38481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962400" y="2790825"/>
            <a:ext cx="247650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962400" y="3571875"/>
            <a:ext cx="247650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CF449-2642-4522-8610-BFEFAA3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5905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안전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</a:t>
            </a:r>
          </a:p>
        </p:txBody>
      </p: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3962400" y="3733800"/>
            <a:ext cx="20002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C3474-26E8-43E2-8B3F-AC71038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27241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A5A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EF887C-3E93-4B1D-A3FA-D85AAD3E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27241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 Agent (협상 두뇌)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2352E-3181-4D5F-80B0-B06C1251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2152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791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선호/유보값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00EFB-FEB3-4654-AA9F-6B99E05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21526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4E7C0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791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협상 엔진 (NegMAS)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유효 오퍼 생성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D9642-7BB1-4DF6-9A39-60D98242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27241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계획 작성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2B16AA-78C8-48D8-85FE-3E07351E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27241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/ 조회</a:t>
            </a:r>
          </a:p>
        </p:txBody>
      </p:sp>
      <p:cxnSp>
        <p:nvCxnSpPr>
          <p:cNvPr id="79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6553200" y="2819400"/>
            <a:ext cx="72390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6553200" y="3409950"/>
            <a:ext cx="72390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2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553200" y="3733800"/>
            <a:ext cx="4381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8353425" y="46482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FAE8D3-E350-4E0A-8E81-9E0B1C7D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14668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상대 PPA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59539D-D93D-495C-BE02-324B0EF6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95750"/>
            <a:ext cx="14668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LLM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01E3EB-37B7-48CF-9014-81386E3D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10150"/>
            <a:ext cx="14668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외부 서비스 API</a:t>
            </a:r>
          </a:p>
        </p:txBody>
      </p:sp>
      <p:cxnSp>
        <p:nvCxnSpPr>
          <p:cNvPr id="86" name=""/>
          <p:cNvCxnSpPr>
            <a:stCxn xmlns:a="http://schemas.openxmlformats.org/drawingml/2006/main" id="31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V="1">
            <a:off x="9429750" y="3305175"/>
            <a:ext cx="8953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32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9715500" y="43719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33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9715500" y="52863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0CA642-B2A0-4870-93B0-EB8C21DE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검증 지점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44F915-19B7-45CD-A428-2937750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86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감사와 통제는 쉽지만, 중앙 게이트웨이가 모든 입력 스키마를 알아야 한다.</a:t>
            </a:r>
          </a:p>
        </p:txBody>
      </p:sp>
    </p:spTree>
    <p:extLst>
      <p:ext uri="{BB962C8B-B14F-4D97-AF65-F5344CB8AC3E}">
        <p14:creationId xmlns:p14="http://schemas.microsoft.com/office/powerpoint/2010/main" val="1342944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7C2F0-89E9-4E86-BAE3-32FB56D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DP03 후보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560B8-FA48-41C0-B0DA-49C0860E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Federated Adapters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48122-072B-40AD-BB3C-B79FFCA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763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통제 룰은 Core SDK로 일원화하고, 원본 변환 실행 위치는 입력 출처별로 분산한다.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20B5-6C8F-4A03-A328-DEEE2CE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9FA25-8B4B-4BB6-B0A4-7000194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on-device-trust-boundary">
            <a:extLst xmlns:a="http://schemas.openxmlformats.org/drawingml/2006/main">
              <a:ext uri="{FF2B5EF4-FFF2-40B4-BE49-F238E27FC236}">
                <a16:creationId xmlns:a16="http://schemas.microsoft.com/office/drawing/2014/main" id="{79980F01-009C-42D3-A777-68EA5080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5631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82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A8D8D-9713-4EFB-BF00-AFBDB619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rPr>
              <a:t>온디바이스 신뢰경계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DF564-AF1E-46C8-A134-B2E6078E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9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외부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FB643-C148-48BA-BDC2-BC3ECAF5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4953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 / Schema Registry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승인 issue/value · 정규화 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50144-C3BC-47BE-A1FA-EDD8B93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1049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66356-8538-46E9-8125-BBFE691A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1049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CE44E-FD3F-4350-B70A-4500BA2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1049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90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BCFEB-0B4E-44EA-B2B5-C9BB1A51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D7C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B869D-DFD8-4F62-B155-ADB48CAB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2400300" cy="266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58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어댑터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5A3DB-D978-4546-AD55-8CC8158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57500"/>
            <a:ext cx="876300" cy="2476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E4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61A99-C75F-40BA-894F-585CF0C2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1066800" cy="2476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 정규화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6043E-B2ED-4C1D-B36C-8D65F93F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052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D7C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11ADF-C0C6-41D4-9C7D-D1D934B9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05200"/>
            <a:ext cx="2400300" cy="266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58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어댑터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3AF27-95CC-4C81-9A34-1856D74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86200"/>
            <a:ext cx="876300" cy="2476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E4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130D2-7B5E-471C-8A02-594EA918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066800" cy="2476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DPA 정규화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7C854-4DF4-4B07-8F32-7A6ADD5B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339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D7C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C80B8-C791-40B6-8D41-85904217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33900"/>
            <a:ext cx="2400300" cy="266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58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어댑터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EEDE0-5590-4A43-AE73-B57F9BF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876300" cy="2476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E4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08948-2CA0-4ACD-AFC0-74D9C32B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1066800" cy="2476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 정규화</a:t>
            </a:r>
          </a:p>
        </p:txBody>
      </p:sp>
      <p:cxnSp>
        <p:nvCxnSpPr>
          <p:cNvPr id="81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733550" y="2952750"/>
            <a:ext cx="6286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238500" y="29813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733550" y="3981450"/>
            <a:ext cx="6286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238500" y="40100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733550" y="5010150"/>
            <a:ext cx="6286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238500" y="50387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EEFB97-8C34-49A9-ADCD-365B9654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305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D7C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F6C36-092C-479F-9E76-C4601F38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3050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통합 계층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91A6C-A2F2-4342-9012-EEE3E69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8097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0DD"/>
          </a:solidFill>
          <a:ln xmlns:a="http://schemas.openxmlformats.org/drawingml/2006/main" w="11430">
            <a:solidFill>
              <a:srgbClr val="4D7C2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40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 빌더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 / 요청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AF546-6EB8-4247-994D-DEC37421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18097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1CF"/>
          </a:solidFill>
          <a:ln xmlns:a="http://schemas.openxmlformats.org/drawingml/2006/main" w="11430">
            <a:solidFill>
              <a:srgbClr val="875214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642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공유 Vault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PII 복원 지점</a:t>
            </a:r>
          </a:p>
        </p:txBody>
      </p:sp>
      <p:cxnSp>
        <p:nvCxnSpPr>
          <p:cNvPr id="91" name=""/>
          <p:cNvCxnSpPr>
            <a:stCxn xmlns:a="http://schemas.openxmlformats.org/drawingml/2006/main" id="16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438650" y="2981325"/>
            <a:ext cx="93345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2" name=""/>
          <p:cNvCxnSpPr>
            <a:stCxn xmlns:a="http://schemas.openxmlformats.org/drawingml/2006/main" id="2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4438650" y="3876675"/>
            <a:ext cx="9334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3" name=""/>
          <p:cNvCxnSpPr>
            <a:stCxn xmlns:a="http://schemas.openxmlformats.org/drawingml/2006/main" id="24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4438650" y="3876675"/>
            <a:ext cx="933450" cy="1162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4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276975" y="41148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C081B9-6F62-401B-B036-BD00CDDC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1847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A5A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E1F53C-FD4E-4701-A49F-988A3BB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18478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 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CAB4F-198F-4104-9CA0-4748A8A8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1428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2E5C4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7EA09C-20F4-47F1-BA12-F4000D45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42875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4E7C0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741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협상 엔진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NegMAS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DA1BB-BF5B-45B4-8DFE-42BC6698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9550"/>
            <a:ext cx="18478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3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계획 작성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9F0D20-11E2-4B18-8FD0-83265AE1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18478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11430">
            <a:solidFill>
              <a:srgbClr val="426A9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3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/ 조회</a:t>
            </a:r>
          </a:p>
        </p:txBody>
      </p:sp>
      <p:cxnSp>
        <p:nvCxnSpPr>
          <p:cNvPr id="101" name=""/>
          <p:cNvCxnSpPr>
            <a:stCxn xmlns:a="http://schemas.openxmlformats.org/drawingml/2006/main" id="33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7181850" y="2819400"/>
            <a:ext cx="91440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2" name=""/>
          <p:cNvCxnSpPr>
            <a:stCxn xmlns:a="http://schemas.openxmlformats.org/drawingml/2006/main" id="33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7181850" y="3362325"/>
            <a:ext cx="914400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3" name=""/>
          <p:cNvCxnSpPr>
            <a:stCxn xmlns:a="http://schemas.openxmlformats.org/drawingml/2006/main" id="33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181850" y="3876675"/>
            <a:ext cx="7048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8810625" y="45339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927AE7-2665-4C77-861C-5CC6002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43250"/>
            <a:ext cx="14668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상대 PPA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9C0780-0C18-41DD-8AFA-6F114FEC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19550"/>
            <a:ext cx="14668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LLM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865A1A-AA44-40CB-8CD3-CE2714B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72050"/>
            <a:ext cx="14668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FE7F4"/>
          </a:solidFill>
          <a:ln xmlns:a="http://schemas.openxmlformats.org/drawingml/2006/main" w="11430">
            <a:solidFill>
              <a:srgbClr val="7B5B8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외부 서비스 API</a:t>
            </a:r>
          </a:p>
        </p:txBody>
      </p:sp>
      <p:cxnSp>
        <p:nvCxnSpPr>
          <p:cNvPr id="108" name=""/>
          <p:cNvCxnSpPr>
            <a:stCxn xmlns:a="http://schemas.openxmlformats.org/drawingml/2006/main" id="42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525000" y="3362325"/>
            <a:ext cx="8001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9" name=""/>
          <p:cNvCxnSpPr>
            <a:stCxn xmlns:a="http://schemas.openxmlformats.org/drawingml/2006/main" id="43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9734550" y="42767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0" name=""/>
          <p:cNvCxnSpPr>
            <a:stCxn xmlns:a="http://schemas.openxmlformats.org/drawingml/2006/main" id="44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734550" y="52292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BE2E4B-8E9B-4B59-95EE-59A41BE4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통제된 분산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B2D358-6370-4BEE-A69B-9CED26BA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15000"/>
            <a:ext cx="784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각 출처가 즉시 안전형으로 변환해 내부 체류 구간을 줄이지만, SDK 버전과 통합 계층 관리가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506935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2026-06-27T23:55:30.8870000Z</dcterms:created>
  <dcterms:modified xsi:type="dcterms:W3CDTF">2026-06-27T23:55:30.8870000Z</dcterms:modified>
</coreProperties>
</file>
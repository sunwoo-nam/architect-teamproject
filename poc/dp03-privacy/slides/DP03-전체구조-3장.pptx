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a990d6ccc446fa" /><Relationship Type="http://schemas.openxmlformats.org/officeDocument/2006/relationships/extended-properties" Target="/docProps/app.xml" Id="R2f8f68c834a940df" /><Relationship Type="http://schemas.openxmlformats.org/officeDocument/2006/relationships/officeDocument" Target="/ppt/presentation.xml" Id="R503cd4805aec48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f48313a62e45a9"/>
  </p:sldMasterIdLst>
  <p:notesMasterIdLst>
    <p:notesMasterId xmlns:r="http://schemas.openxmlformats.org/officeDocument/2006/relationships" r:id="R51c6825c48a84e7d"/>
  </p:notesMasterIdLst>
  <p:sldIdLst>
    <p:sldId xmlns:r="http://schemas.openxmlformats.org/officeDocument/2006/relationships" id="256" r:id="Ra356d9a0d5454650"/>
    <p:sldId xmlns:r="http://schemas.openxmlformats.org/officeDocument/2006/relationships" id="257" r:id="R4bc9952ac9724c63"/>
    <p:sldId xmlns:r="http://schemas.openxmlformats.org/officeDocument/2006/relationships" id="258" r:id="R3a7eb2600201447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52679339dc4918" /><Relationship Type="http://schemas.openxmlformats.org/officeDocument/2006/relationships/slideMaster" Target="/ppt/slideMasters/slideMaster1.xml" Id="R63f48313a62e45a9" /><Relationship Type="http://schemas.openxmlformats.org/officeDocument/2006/relationships/notesMaster" Target="/ppt/notesMasters/notesMaster1.xml" Id="R51c6825c48a84e7d" /><Relationship Type="http://schemas.openxmlformats.org/officeDocument/2006/relationships/presProps" Target="/ppt/presProps.xml" Id="R1593410210d740e9" /><Relationship Type="http://schemas.openxmlformats.org/officeDocument/2006/relationships/tableStyles" Target="/ppt/tableStyles.xml" Id="R745937bc6ce04370" /><Relationship Type="http://schemas.openxmlformats.org/officeDocument/2006/relationships/slide" Target="/ppt/slides/slide1.xml" Id="Ra356d9a0d5454650" /><Relationship Type="http://schemas.openxmlformats.org/officeDocument/2006/relationships/slide" Target="/ppt/slides/slide2.xml" Id="R4bc9952ac9724c63" /><Relationship Type="http://schemas.openxmlformats.org/officeDocument/2006/relationships/slide" Target="/ppt/slides/slide3.xml" Id="R3a7eb260020144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34fa4f919747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26956adb714a58" /><Relationship Type="http://schemas.openxmlformats.org/officeDocument/2006/relationships/notesMaster" Target="/ppt/notesMasters/notesMaster1.xml" Id="R6e8a5701959b4c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22c7c57141463e" /><Relationship Type="http://schemas.openxmlformats.org/officeDocument/2006/relationships/notesMaster" Target="/ppt/notesMasters/notesMaster1.xml" Id="R6df4a8003c244d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26baf675894d4b" /><Relationship Type="http://schemas.openxmlformats.org/officeDocument/2006/relationships/notesMaster" Target="/ppt/notesMasters/notesMaster1.xml" Id="R62af363e307b46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af0db24d304b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3d318ac4cb47d9" /><Relationship Type="http://schemas.openxmlformats.org/officeDocument/2006/relationships/slideLayout" Target="/ppt/slideLayouts/slideLayout1.xml" Id="R354786eb301444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4786eb301444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3315e6dae4dd4" /><Relationship Type="http://schemas.openxmlformats.org/officeDocument/2006/relationships/notesSlide" Target="/ppt/notesSlides/notesSlide1.xml" Id="R1c9f5df5637e47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df9e0af6740c2" /><Relationship Type="http://schemas.openxmlformats.org/officeDocument/2006/relationships/notesSlide" Target="/ppt/notesSlides/notesSlide2.xml" Id="R4fd574c083ed49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31d6b5ee041fa" /><Relationship Type="http://schemas.openxmlformats.org/officeDocument/2006/relationships/notesSlide" Target="/ppt/notesSlides/notesSlide3.xml" Id="Rd438d10fdaa7485e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207CD310-E6AE-46E6-8F91-893715F3FDD2}"/>
              </a:ext>
            </a:extLst>
          </p:cNvPr>
          <p:cNvSpPr>
            <a:spLocks noGrp="1"/>
          </p:cNvSpPr>
          <p:nvPr/>
        </p:nvSpPr>
        <p:spPr>
          <a:xfrm>
            <a:off x="400050" y="2857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100000"/>
          </a:bodyPr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DP03 설계 전제</a:t>
            </a:r>
          </a:p>
        </p:txBody>
      </p:sp>
      <p:sp>
        <p:nvSpPr>
          <p:cNvPr id="2" name="">
            <a:extLst>
              <a:ext uri="{FF2B5EF4-FFF2-40B4-BE49-F238E27FC236}">
                <ns2:creationId id="{77780D31-E99A-44B9-BD60-C6C8A03A3181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981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978"/>
          </a:bodyPr>
          <a:lstStyle/>
          <a:p>
            <a:pPr algn="l">
              <a:lnSpc>
                <a:spcPct val="112000"/>
              </a:lnSpc>
              <a:buNone/>
              <a:defRPr sz="32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공통 입력 생성 흐름</a:t>
            </a:r>
          </a:p>
        </p:txBody>
      </p:sp>
      <p:sp>
        <p:nvSpPr>
          <p:cNvPr id="3" name="">
            <a:extLst>
              <a:ext uri="{FF2B5EF4-FFF2-40B4-BE49-F238E27FC236}">
                <ns2:creationId id="{4B4148C1-02E1-4959-A7C6-3CBCFB080B5D}"/>
              </a:ext>
            </a:extLst>
          </p:cNvPr>
          <p:cNvSpPr>
            <a:spLocks noGrp="1"/>
          </p:cNvSpPr>
          <p:nvPr/>
        </p:nvSpPr>
        <p:spPr>
          <a:xfrm>
            <a:off x="419100" y="10763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100000"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외부 출구별로 보낼 수 있는 필드와 값 집합을 먼저 제한한다.</a:t>
            </a:r>
          </a:p>
        </p:txBody>
      </p:sp>
      <p:sp>
        <p:nvSpPr>
          <p:cNvPr id="4" name="">
            <a:extLst>
              <a:ext uri="{FF2B5EF4-FFF2-40B4-BE49-F238E27FC236}">
                <ns2:creationId id="{B8CE2880-01BA-4820-B33F-5A4142CB1FD8}"/>
              </a:ext>
            </a:extLst>
          </p:cNvPr>
          <p:cNvSpPr>
            <a:spLocks noGrp="1"/>
          </p:cNvSpPr>
          <p:nvPr/>
        </p:nvSpPr>
        <p:spPr>
          <a:xfrm>
            <a:off x="400050" y="144780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9D3488D9-D0D9-4199-9D64-546A3BB5D30E}"/>
              </a:ext>
            </a:extLst>
          </p:cNvPr>
          <p:cNvSpPr>
            <a:spLocks noGrp="1"/>
          </p:cNvSpPr>
          <p:nvPr/>
        </p:nvSpPr>
        <p:spPr>
          <a:xfrm>
            <a:off x="11277600" y="63246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100000"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>
              <a:ext uri="{FF2B5EF4-FFF2-40B4-BE49-F238E27FC236}">
                <ns2:creationId id="{A9AD3EC9-E37B-4406-8B3C-EBFE61207D10}"/>
              </a:ext>
            </a:extLst>
          </p:cNvPr>
          <p:cNvSpPr>
            <a:spLocks noGrp="1"/>
          </p:cNvSpPr>
          <p:nvPr/>
        </p:nvSpPr>
        <p:spPr>
          <a:xfrm>
            <a:off x="400050" y="1676400"/>
            <a:ext cx="11391900" cy="590550"/>
          </a:xfrm>
          <a:prstGeom prst="roundRect">
            <a:avLst>
              <a:gd name="adj" fmla="val 0"/>
            </a:avLst>
          </a:prstGeom>
          <a:solidFill>
            <a:srgbClr val="EDEDED"/>
          </a:solidFill>
          <a:ln w="11430">
            <a:solidFill>
              <a:srgbClr val="B8BCC4"/>
            </a:solidFill>
            <a:prstDash val="solid"/>
          </a:ln>
        </p:spPr>
        <p:txBody>
          <a:bodyPr lIns="114300" tIns="76200" rIns="114300" bIns="76200" anchor="ctr">
            <a:normAutofit fontScale="82190"/>
          </a:bodyPr>
          <a:lstStyle/>
          <a:p>
            <a:pPr algn="ctr">
              <a:lnSpc>
                <a:spcPct val="106000"/>
              </a:lnSpc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Schema Registry / Core SDK</a:t>
            </a:r>
          </a:p>
          <a:p>
            <a:pPr algn="ctr">
              <a:lnSpc>
                <a:spcPct val="106000"/>
              </a:lnSpc>
              <a:buNone/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승인 issue/value · 정규화 정책</a:t>
            </a:r>
          </a:p>
        </p:txBody>
      </p:sp>
      <p:sp>
        <p:nvSpPr>
          <p:cNvPr id="7" name="">
            <a:extLst>
              <a:ext uri="{FF2B5EF4-FFF2-40B4-BE49-F238E27FC236}">
                <ns2:creationId id="{A0DC2BAE-26CF-456A-B814-88FA7BA7FF39}"/>
              </a:ext>
            </a:extLst>
          </p:cNvPr>
          <p:cNvSpPr>
            <a:spLocks noGrp="1"/>
          </p:cNvSpPr>
          <p:nvPr/>
        </p:nvSpPr>
        <p:spPr>
          <a:xfrm>
            <a:off x="7620000" y="23622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100000"/>
          </a:bodyPr>
          <a:lstStyle/>
          <a:p>
            <a:pPr algn="ctr">
              <a:lnSpc>
                <a:spcPct val="112000"/>
              </a:lnSpc>
              <a:buNone/>
              <a:def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런타임 확정 권한은 승인 스키마 안으로 제한</a:t>
            </a:r>
          </a:p>
        </p:txBody>
      </p:sp>
      <p:sp>
        <p:nvSpPr>
          <p:cNvPr id="8" name="">
            <a:extLst>
              <a:ext uri="{FF2B5EF4-FFF2-40B4-BE49-F238E27FC236}">
                <ns2:creationId id="{B5D4F87F-0D00-4BA7-B650-78A9F920A0C3}"/>
              </a:ext>
            </a:extLst>
          </p:cNvPr>
          <p:cNvSpPr>
            <a:spLocks noGrp="1"/>
          </p:cNvSpPr>
          <p:nvPr/>
        </p:nvSpPr>
        <p:spPr>
          <a:xfrm>
            <a:off x="514350" y="3048000"/>
            <a:ext cx="1657350" cy="819150"/>
          </a:xfrm>
          <a:prstGeom prst="roundRect">
            <a:avLst>
              <a:gd name="adj" fmla="val 9302"/>
            </a:avLst>
          </a:prstGeom>
          <a:solidFill>
            <a:srgbClr val="E6EEF8"/>
          </a:solidFill>
          <a:ln w="11430">
            <a:solidFill>
              <a:srgbClr val="426A9A"/>
            </a:solidFill>
            <a:prstDash val="solid"/>
          </a:ln>
        </p:spPr>
        <p:txBody>
          <a:bodyPr lIns="114300" tIns="76200" rIns="114300" bIns="76200" anchor="ctr">
            <a:normAutofit fontScale="95088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원본 입력</a:t>
            </a:r>
          </a:p>
          <a:p>
            <a:pPr algn="ctr">
              <a:lnSpc>
                <a:spcPct val="106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IDS Intent · Tool/DPA</a:t>
            </a:r>
          </a:p>
        </p:txBody>
      </p:sp>
      <p:sp>
        <p:nvSpPr>
          <p:cNvPr id="9" name="">
            <a:extLst>
              <a:ext uri="{FF2B5EF4-FFF2-40B4-BE49-F238E27FC236}">
                <ns2:creationId id="{A226A944-8CD8-4B56-9A3C-576A5D4C4DB4}"/>
              </a:ext>
            </a:extLst>
          </p:cNvPr>
          <p:cNvSpPr>
            <a:spLocks noGrp="1"/>
          </p:cNvSpPr>
          <p:nvPr/>
        </p:nvSpPr>
        <p:spPr>
          <a:xfrm>
            <a:off x="2724150" y="3048000"/>
            <a:ext cx="1924050" cy="819150"/>
          </a:xfrm>
          <a:prstGeom prst="roundRect">
            <a:avLst>
              <a:gd name="adj" fmla="val 9302"/>
            </a:avLst>
          </a:prstGeom>
          <a:solidFill>
            <a:srgbClr val="E4F0DD"/>
          </a:solidFill>
          <a:ln w="11430">
            <a:solidFill>
              <a:srgbClr val="4D7C2F"/>
            </a:solidFill>
            <a:prstDash val="solid"/>
          </a:ln>
        </p:spPr>
        <p:txBody>
          <a:bodyPr lIns="114300" tIns="76200" rIns="114300" bIns="76200" anchor="ctr">
            <a:normAutofit fontScale="100000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정규화기</a:t>
            </a:r>
          </a:p>
          <a:p>
            <a:pPr algn="ctr">
              <a:lnSpc>
                <a:spcPct val="106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분류 · 권한 · 어휘 매핑</a:t>
            </a:r>
          </a:p>
        </p:txBody>
      </p:sp>
      <p:sp>
        <p:nvSpPr>
          <p:cNvPr id="10" name="">
            <a:extLst>
              <a:ext uri="{FF2B5EF4-FFF2-40B4-BE49-F238E27FC236}">
                <ns2:creationId id="{8C647034-0FB3-495E-A649-35CE93ED011A}"/>
              </a:ext>
            </a:extLst>
          </p:cNvPr>
          <p:cNvSpPr>
            <a:spLocks noGrp="1"/>
          </p:cNvSpPr>
          <p:nvPr/>
        </p:nvSpPr>
        <p:spPr>
          <a:xfrm>
            <a:off x="5200650" y="3048000"/>
            <a:ext cx="1885950" cy="819150"/>
          </a:xfrm>
          <a:prstGeom prst="roundRect">
            <a:avLst>
              <a:gd name="adj" fmla="val 9302"/>
            </a:avLst>
          </a:prstGeom>
          <a:solidFill>
            <a:srgbClr val="F6F6F6"/>
          </a:solidFill>
          <a:ln w="11430">
            <a:solidFill>
              <a:srgbClr val="B8BCC4"/>
            </a:solidFill>
            <a:prstDash val="solid"/>
          </a:ln>
        </p:spPr>
        <p:txBody>
          <a:bodyPr lIns="114300" tIns="76200" rIns="114300" bIns="76200" anchor="ctr">
            <a:normAutofit fontScale="100000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안전 사실값</a:t>
            </a:r>
          </a:p>
          <a:p>
            <a:pPr algn="ctr">
              <a:lnSpc>
                <a:spcPct val="106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원문 · 사유 · PII 배제</a:t>
            </a:r>
          </a:p>
        </p:txBody>
      </p:sp>
      <p:sp>
        <p:nvSpPr>
          <p:cNvPr id="11" name="">
            <a:extLst>
              <a:ext uri="{FF2B5EF4-FFF2-40B4-BE49-F238E27FC236}">
                <ns2:creationId id="{19156F27-850C-47E2-84CE-292DF5F886A8}"/>
              </a:ext>
            </a:extLst>
          </p:cNvPr>
          <p:cNvSpPr>
            <a:spLocks noGrp="1"/>
          </p:cNvSpPr>
          <p:nvPr/>
        </p:nvSpPr>
        <p:spPr>
          <a:xfrm>
            <a:off x="7639050" y="3048000"/>
            <a:ext cx="2000250" cy="819150"/>
          </a:xfrm>
          <a:prstGeom prst="roundRect">
            <a:avLst>
              <a:gd name="adj" fmla="val 9302"/>
            </a:avLst>
          </a:prstGeom>
          <a:solidFill>
            <a:srgbClr val="E4F0DD"/>
          </a:solidFill>
          <a:ln w="11430">
            <a:solidFill>
              <a:srgbClr val="4D7C2F"/>
            </a:solidFill>
            <a:prstDash val="solid"/>
          </a:ln>
        </p:spPr>
        <p:txBody>
          <a:bodyPr lIns="114300" tIns="76200" rIns="114300" bIns="76200" anchor="ctr">
            <a:normAutofit fontScale="95088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출력 빌더</a:t>
            </a:r>
          </a:p>
          <a:p>
            <a:pPr algn="ctr">
              <a:lnSpc>
                <a:spcPct val="106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OutcomeSpace · 요청 구성</a:t>
            </a:r>
          </a:p>
        </p:txBody>
      </p:sp>
      <p:cxnSp>
        <p:nvCxnSpPr>
          <p:cNvPr id="36" name=""/>
          <p:cNvCxnSpPr>
            <a:stCxn id="8" idx="3"/>
            <a:endCxn id="9" idx="1"/>
          </p:cNvCxnSpPr>
          <p:nvPr/>
        </p:nvCxnSpPr>
        <p:spPr>
          <a:xfrm>
            <a:off x="2171700" y="3457575"/>
            <a:ext cx="552450" cy="0"/>
          </a:xfrm>
          <a:prstGeom prst="straightConnector1">
            <a:avLst/>
          </a:prstGeom>
          <a:ln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7" name=""/>
          <p:cNvCxnSpPr>
            <a:stCxn id="9" idx="3"/>
            <a:endCxn id="10" idx="1"/>
          </p:cNvCxnSpPr>
          <p:nvPr/>
        </p:nvCxnSpPr>
        <p:spPr>
          <a:xfrm>
            <a:off x="4648200" y="3457575"/>
            <a:ext cx="552450" cy="0"/>
          </a:xfrm>
          <a:prstGeom prst="straightConnector1">
            <a:avLst/>
          </a:prstGeom>
          <a:ln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38" name=""/>
          <p:cNvCxnSpPr>
            <a:stCxn id="10" idx="3"/>
            <a:endCxn id="11" idx="1"/>
          </p:cNvCxnSpPr>
          <p:nvPr/>
        </p:nvCxnSpPr>
        <p:spPr>
          <a:xfrm>
            <a:off x="7086600" y="3457575"/>
            <a:ext cx="552450" cy="0"/>
          </a:xfrm>
          <a:prstGeom prst="straightConnector1">
            <a:avLst/>
          </a:prstGeom>
          <a:ln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15" name="">
            <a:extLst>
              <a:ext uri="{FF2B5EF4-FFF2-40B4-BE49-F238E27FC236}">
                <ns2:creationId id="{0D5F4FD0-1942-4FE7-8B3F-66B941073CB0}"/>
              </a:ext>
            </a:extLst>
          </p:cNvPr>
          <p:cNvSpPr>
            <a:spLocks noGrp="1"/>
          </p:cNvSpPr>
          <p:nvPr/>
        </p:nvSpPr>
        <p:spPr>
          <a:xfrm>
            <a:off x="10134600" y="2609850"/>
            <a:ext cx="1657350" cy="628650"/>
          </a:xfrm>
          <a:prstGeom prst="roundRect">
            <a:avLst>
              <a:gd name="adj" fmla="val 12121"/>
            </a:avLst>
          </a:prstGeom>
          <a:solidFill>
            <a:srgbClr val="F2E5C4"/>
          </a:solidFill>
          <a:ln w="11430">
            <a:solidFill>
              <a:srgbClr val="8A5A00"/>
            </a:solidFill>
            <a:prstDash val="solid"/>
          </a:ln>
        </p:spPr>
        <p:txBody>
          <a:bodyPr lIns="114300" tIns="76200" rIns="114300" bIns="76200" anchor="ctr">
            <a:normAutofit fontScale="100000"/>
          </a:bodyPr>
          <a:lstStyle/>
          <a:p>
            <a:pPr algn="ctr">
              <a:lnSpc>
                <a:spcPct val="106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OutcomeSpace</a:t>
            </a:r>
          </a:p>
          <a:p>
            <a:pPr algn="ctr">
              <a:lnSpc>
                <a:spcPct val="106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세션 전 freeze</a:t>
            </a:r>
          </a:p>
        </p:txBody>
      </p:sp>
      <p:sp>
        <p:nvSpPr>
          <p:cNvPr id="16" name="">
            <a:extLst>
              <a:ext uri="{FF2B5EF4-FFF2-40B4-BE49-F238E27FC236}">
                <ns2:creationId id="{F04C340D-B272-4137-9314-44910A223CA9}"/>
              </a:ext>
            </a:extLst>
          </p:cNvPr>
          <p:cNvSpPr>
            <a:spLocks noGrp="1"/>
          </p:cNvSpPr>
          <p:nvPr/>
        </p:nvSpPr>
        <p:spPr>
          <a:xfrm>
            <a:off x="10134600" y="3467100"/>
            <a:ext cx="1657350" cy="628650"/>
          </a:xfrm>
          <a:prstGeom prst="roundRect">
            <a:avLst>
              <a:gd name="adj" fmla="val 12121"/>
            </a:avLst>
          </a:prstGeom>
          <a:solidFill>
            <a:srgbClr val="EFE7F4"/>
          </a:solidFill>
          <a:ln w="11430">
            <a:solidFill>
              <a:srgbClr val="7B5B8E"/>
            </a:solidFill>
            <a:prstDash val="solid"/>
          </a:ln>
        </p:spPr>
        <p:txBody>
          <a:bodyPr lIns="114300" tIns="76200" rIns="114300" bIns="76200" anchor="ctr">
            <a:normAutofit fontScale="100000"/>
          </a:bodyPr>
          <a:lstStyle/>
          <a:p>
            <a:pPr algn="ctr">
              <a:lnSpc>
                <a:spcPct val="106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구조화 계획 요청</a:t>
            </a:r>
          </a:p>
          <a:p>
            <a:pPr algn="ctr">
              <a:lnSpc>
                <a:spcPct val="106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Cloud LLM행</a:t>
            </a:r>
          </a:p>
        </p:txBody>
      </p:sp>
      <p:sp>
        <p:nvSpPr>
          <p:cNvPr id="17" name="">
            <a:extLst>
              <a:ext uri="{FF2B5EF4-FFF2-40B4-BE49-F238E27FC236}">
                <ns2:creationId id="{DA2D863F-5C28-4E36-AB30-88987CB62E33}"/>
              </a:ext>
            </a:extLst>
          </p:cNvPr>
          <p:cNvSpPr>
            <a:spLocks noGrp="1"/>
          </p:cNvSpPr>
          <p:nvPr/>
        </p:nvSpPr>
        <p:spPr>
          <a:xfrm>
            <a:off x="4000500" y="4876800"/>
            <a:ext cx="1962150" cy="628650"/>
          </a:xfrm>
          <a:prstGeom prst="roundRect">
            <a:avLst>
              <a:gd name="adj" fmla="val 12121"/>
            </a:avLst>
          </a:prstGeom>
          <a:solidFill>
            <a:srgbClr val="F0E1CF"/>
          </a:solidFill>
          <a:ln w="11430">
            <a:solidFill>
              <a:srgbClr val="875214"/>
            </a:solidFill>
            <a:prstDash val="solid"/>
          </a:ln>
        </p:spPr>
        <p:txBody>
          <a:bodyPr lIns="114300" tIns="76200" rIns="114300" bIns="76200" anchor="ctr">
            <a:normAutofit fontScale="98956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PII Vault</a:t>
            </a:r>
          </a:p>
          <a:p>
            <a:pPr algn="ctr">
              <a:lnSpc>
                <a:spcPct val="106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실행 시 PII 조회</a:t>
            </a:r>
          </a:p>
        </p:txBody>
      </p:sp>
      <p:sp>
        <p:nvSpPr>
          <p:cNvPr id="18" name="">
            <a:extLst>
              <a:ext uri="{FF2B5EF4-FFF2-40B4-BE49-F238E27FC236}">
                <ns2:creationId id="{8DF7791C-2381-4FBC-B393-854DB64286FC}"/>
              </a:ext>
            </a:extLst>
          </p:cNvPr>
          <p:cNvSpPr>
            <a:spLocks noGrp="1"/>
          </p:cNvSpPr>
          <p:nvPr/>
        </p:nvSpPr>
        <p:spPr>
          <a:xfrm>
            <a:off x="6343650" y="4876800"/>
            <a:ext cx="1962150" cy="628650"/>
          </a:xfrm>
          <a:prstGeom prst="roundRect">
            <a:avLst>
              <a:gd name="adj" fmla="val 12121"/>
            </a:avLst>
          </a:prstGeom>
          <a:solidFill>
            <a:srgbClr val="F2E5C4"/>
          </a:solidFill>
          <a:ln w="11430">
            <a:solidFill>
              <a:srgbClr val="8A5A00"/>
            </a:solidFill>
            <a:prstDash val="solid"/>
          </a:ln>
        </p:spPr>
        <p:txBody>
          <a:bodyPr lIns="114300" tIns="76200" rIns="114300" bIns="76200" anchor="ctr">
            <a:normAutofit fontScale="98956"/>
          </a:bodyPr>
          <a:lstStyle/>
          <a:p>
            <a:pPr algn="ctr">
              <a:lnSpc>
                <a:spcPct val="106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ufun</a:t>
            </a:r>
          </a:p>
          <a:p>
            <a:pPr algn="ctr">
              <a:lnSpc>
                <a:spcPct val="106000"/>
              </a:lnSpc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선호 · 유보값 흡수</a:t>
            </a:r>
          </a:p>
        </p:txBody>
      </p:sp>
      <p:cxnSp>
        <p:nvCxnSpPr>
          <p:cNvPr id="43" name=""/>
          <p:cNvCxnSpPr>
            <a:stCxn id="11" idx="3"/>
            <a:endCxn id="15" idx="1"/>
          </p:cNvCxnSpPr>
          <p:nvPr/>
        </p:nvCxnSpPr>
        <p:spPr>
          <a:xfrm flipV="1">
            <a:off x="9639300" y="2924175"/>
            <a:ext cx="495300" cy="533400"/>
          </a:xfrm>
          <a:prstGeom prst="bentConnector3">
            <a:avLst>
              <a:gd name="adj1" fmla="val 50000"/>
            </a:avLst>
          </a:prstGeom>
          <a:ln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44" name=""/>
          <p:cNvCxnSpPr>
            <a:stCxn id="11" idx="3"/>
            <a:endCxn id="16" idx="1"/>
          </p:cNvCxnSpPr>
          <p:nvPr/>
        </p:nvCxnSpPr>
        <p:spPr>
          <a:xfrm>
            <a:off x="9639300" y="3457575"/>
            <a:ext cx="495300" cy="323850"/>
          </a:xfrm>
          <a:prstGeom prst="bentConnector3">
            <a:avLst>
              <a:gd name="adj1" fmla="val 50000"/>
            </a:avLst>
          </a:prstGeom>
          <a:ln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45" name=""/>
          <p:cNvCxnSpPr>
            <a:stCxn id="8" idx="2"/>
            <a:endCxn id="17" idx="1"/>
          </p:cNvCxnSpPr>
          <p:nvPr/>
        </p:nvCxnSpPr>
        <p:spPr>
          <a:xfrm>
            <a:off x="1343025" y="3867150"/>
            <a:ext cx="2657475" cy="1323975"/>
          </a:xfrm>
          <a:prstGeom prst="bentConnector5">
            <a:avLst>
              <a:gd name="adj1" fmla="val 0"/>
              <a:gd name="adj2" fmla="val 17266"/>
              <a:gd name="adj3" fmla="val 91398"/>
            </a:avLst>
          </a:prstGeom>
          <a:ln w="13335">
            <a:solidFill>
              <a:srgbClr val="555555"/>
            </a:solidFill>
            <a:prstDash val="dash"/>
            <a:headEnd type="none" w="med" len="med"/>
            <a:tailEnd type="arrow" w="sm" len="sm"/>
          </a:ln>
        </p:spPr>
      </p:cxnSp>
      <p:cxnSp>
        <p:nvCxnSpPr>
          <p:cNvPr id="46" name=""/>
          <p:cNvCxnSpPr>
            <a:stCxn id="8" idx="2"/>
            <a:endCxn id="18" idx="1"/>
          </p:cNvCxnSpPr>
          <p:nvPr/>
        </p:nvCxnSpPr>
        <p:spPr>
          <a:xfrm>
            <a:off x="1343025" y="3867150"/>
            <a:ext cx="5000625" cy="1323975"/>
          </a:xfrm>
          <a:prstGeom prst="bentConnector5">
            <a:avLst>
              <a:gd name="adj1" fmla="val 0"/>
              <a:gd name="adj2" fmla="val 17266"/>
              <a:gd name="adj3" fmla="val 95429"/>
            </a:avLst>
          </a:prstGeom>
          <a:ln w="13335">
            <a:solidFill>
              <a:srgbClr val="555555"/>
            </a:solidFill>
            <a:prstDash val="dash"/>
            <a:headEnd type="none" w="med" len="med"/>
            <a:tailEnd type="arrow" w="sm" len="sm"/>
          </a:ln>
        </p:spPr>
      </p:cxnSp>
      <p:sp>
        <p:nvSpPr>
          <p:cNvPr id="23" name="">
            <a:extLst>
              <a:ext uri="{FF2B5EF4-FFF2-40B4-BE49-F238E27FC236}">
                <ns2:creationId id="{CCBF0699-708A-4EB3-84C0-CF03929C9DAB}"/>
              </a:ext>
            </a:extLst>
          </p:cNvPr>
          <p:cNvSpPr>
            <a:spLocks noGrp="1"/>
          </p:cNvSpPr>
          <p:nvPr/>
        </p:nvSpPr>
        <p:spPr>
          <a:xfrm>
            <a:off x="514350" y="590550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100000"/>
          </a:bodyPr>
          <a:lstStyle/>
          <a:p>
            <a:pPr algn="l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핵심: 사용자/디바이스 데이터 중 외부로 나가는 것은 승인된 구조화 값뿐이다.</a:t>
            </a:r>
          </a:p>
        </p:txBody>
      </p:sp>
      <p:sp>
        <p:nvSpPr>
          <p:cNvPr id="24" name="">
            <a:extLst>
              <a:ext uri="{FF2B5EF4-FFF2-40B4-BE49-F238E27FC236}">
                <ns2:creationId id="{0FCD4727-54D5-4E69-A11B-48100B1B052F}"/>
              </a:ext>
            </a:extLst>
          </p:cNvPr>
          <p:cNvSpPr>
            <a:spLocks noGrp="1"/>
          </p:cNvSpPr>
          <p:nvPr/>
        </p:nvSpPr>
        <p:spPr>
          <a:xfrm>
            <a:off x="514350" y="6172200"/>
            <a:ext cx="990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100000"/>
          </a:bodyPr>
          <a:lstStyle/>
          <a:p>
            <a:pPr algn="l">
              <a:lnSpc>
                <a:spcPct val="112000"/>
              </a:lnSpc>
              <a:buNone/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ufun과 PII 원본은 단말 내부에 남고, 협상 오퍼와 Cloud 계획 요청에는 원문·사유·PII가 들어가지 않는다.</a:t>
            </a:r>
          </a:p>
        </p:txBody>
      </p:sp>
    </p:spTree>
    <p:extLst>
      <p:ext uri="{BB962C8B-B14F-4D97-AF65-F5344CB8AC3E}">
        <ns3:creationId val="1699337005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7DE252F2-CAA1-47D0-BCCB-3AEC7CBE834A}"/>
              </a:ext>
            </a:extLst>
          </p:cNvPr>
          <p:cNvSpPr>
            <a:spLocks noGrp="1"/>
          </p:cNvSpPr>
          <p:nvPr/>
        </p:nvSpPr>
        <p:spPr>
          <a:xfrm>
            <a:off x="400050" y="2857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100000"/>
          </a:bodyPr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DP03 후보 A</a:t>
            </a:r>
          </a:p>
        </p:txBody>
      </p:sp>
      <p:sp>
        <p:nvSpPr>
          <p:cNvPr id="2" name="">
            <a:extLst>
              <a:ext uri="{FF2B5EF4-FFF2-40B4-BE49-F238E27FC236}">
                <ns2:creationId id="{55302F58-36E6-44D6-9784-3CD032A47C61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981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978"/>
          </a:bodyPr>
          <a:lstStyle/>
          <a:p>
            <a:pPr algn="l">
              <a:lnSpc>
                <a:spcPct val="112000"/>
              </a:lnSpc>
              <a:buNone/>
              <a:defRPr sz="32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Monolithic Gateway</a:t>
            </a:r>
          </a:p>
        </p:txBody>
      </p:sp>
      <p:sp>
        <p:nvSpPr>
          <p:cNvPr id="3" name="">
            <a:extLst>
              <a:ext uri="{FF2B5EF4-FFF2-40B4-BE49-F238E27FC236}">
                <ns2:creationId id="{99808DC2-59CD-4AE6-A36D-A864DE2B0E9F}"/>
              </a:ext>
            </a:extLst>
          </p:cNvPr>
          <p:cNvSpPr>
            <a:spLocks noGrp="1"/>
          </p:cNvSpPr>
          <p:nvPr/>
        </p:nvSpPr>
        <p:spPr>
          <a:xfrm>
            <a:off x="419100" y="10763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100000"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모든 원본 입력을 단일 프라이버시 게이트웨이에 모아 한 번에 정규화한다.</a:t>
            </a:r>
          </a:p>
        </p:txBody>
      </p:sp>
      <p:sp>
        <p:nvSpPr>
          <p:cNvPr id="4" name="">
            <a:extLst>
              <a:ext uri="{FF2B5EF4-FFF2-40B4-BE49-F238E27FC236}">
                <ns2:creationId id="{84A2F24B-74EF-42D8-8438-45C9AC0081B8}"/>
              </a:ext>
            </a:extLst>
          </p:cNvPr>
          <p:cNvSpPr>
            <a:spLocks noGrp="1"/>
          </p:cNvSpPr>
          <p:nvPr/>
        </p:nvSpPr>
        <p:spPr>
          <a:xfrm>
            <a:off x="400050" y="144780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5028A55A-2E17-42D4-9A89-1C69C3731727}"/>
              </a:ext>
            </a:extLst>
          </p:cNvPr>
          <p:cNvSpPr>
            <a:spLocks noGrp="1"/>
          </p:cNvSpPr>
          <p:nvPr/>
        </p:nvSpPr>
        <p:spPr>
          <a:xfrm>
            <a:off x="11277600" y="63246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100000"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6" name="on-device-trust-boundary">
            <a:extLst>
              <a:ext uri="{FF2B5EF4-FFF2-40B4-BE49-F238E27FC236}">
                <ns2:creationId id="{0E1BAA1F-0B4D-4669-A986-88062C6507F9}"/>
              </a:ext>
            </a:extLst>
          </p:cNvPr>
          <p:cNvSpPr>
            <a:spLocks noGrp="1"/>
          </p:cNvSpPr>
          <p:nvPr/>
        </p:nvSpPr>
        <p:spPr>
          <a:xfrm>
            <a:off x="400050" y="1657350"/>
            <a:ext cx="9563100" cy="4476750"/>
          </a:xfrm>
          <a:prstGeom prst="rect">
            <a:avLst/>
          </a:prstGeom>
          <a:noFill/>
          <a:ln w="13335">
            <a:solidFill>
              <a:srgbClr val="D98282"/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2FBBC9DE-E154-4B30-A807-B958D3C5658F}"/>
              </a:ext>
            </a:extLst>
          </p:cNvPr>
          <p:cNvSpPr>
            <a:spLocks noGrp="1"/>
          </p:cNvSpPr>
          <p:nvPr/>
        </p:nvSpPr>
        <p:spPr>
          <a:xfrm>
            <a:off x="514350" y="17335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100000"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7A2D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A2D2D"/>
                </a:solidFill>
                <a:latin typeface="Helvetica Neue"/>
                <a:ea typeface="Helvetica Neue"/>
                <a:cs typeface="Helvetica Neue"/>
              </a:rPr>
              <a:t>온디바이스 신뢰경계</a:t>
            </a:r>
          </a:p>
        </p:txBody>
      </p:sp>
      <p:sp>
        <p:nvSpPr>
          <p:cNvPr id="8" name="">
            <a:extLst>
              <a:ext uri="{FF2B5EF4-FFF2-40B4-BE49-F238E27FC236}">
                <ns2:creationId id="{D1C06D33-3327-4ED2-8F46-49419C60B421}"/>
              </a:ext>
            </a:extLst>
          </p:cNvPr>
          <p:cNvSpPr>
            <a:spLocks noGrp="1"/>
          </p:cNvSpPr>
          <p:nvPr/>
        </p:nvSpPr>
        <p:spPr>
          <a:xfrm>
            <a:off x="10325100" y="16954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100000"/>
          </a:bodyPr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외부</a:t>
            </a:r>
          </a:p>
        </p:txBody>
      </p:sp>
      <p:sp>
        <p:nvSpPr>
          <p:cNvPr id="9" name="">
            <a:extLst>
              <a:ext uri="{FF2B5EF4-FFF2-40B4-BE49-F238E27FC236}">
                <ns2:creationId id="{8369FB22-112F-4502-945C-44D833AE7BB2}"/>
              </a:ext>
            </a:extLst>
          </p:cNvPr>
          <p:cNvSpPr>
            <a:spLocks noGrp="1"/>
          </p:cNvSpPr>
          <p:nvPr/>
        </p:nvSpPr>
        <p:spPr>
          <a:xfrm>
            <a:off x="628650" y="2362200"/>
            <a:ext cx="1314450" cy="552450"/>
          </a:xfrm>
          <a:prstGeom prst="roundRect">
            <a:avLst>
              <a:gd name="adj" fmla="val 12069"/>
            </a:avLst>
          </a:prstGeom>
          <a:solidFill>
            <a:srgbClr val="E6EEF8"/>
          </a:solidFill>
          <a:ln w="11430">
            <a:solidFill>
              <a:srgbClr val="426A9A"/>
            </a:solidFill>
            <a:prstDash val="solid"/>
          </a:ln>
        </p:spPr>
        <p:txBody>
          <a:bodyPr lIns="76200" tIns="57150" rIns="76200" bIns="57150" anchor="ctr">
            <a:normAutofit fontScale="100000"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IDS</a:t>
            </a:r>
          </a:p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Intent 감지</a:t>
            </a:r>
          </a:p>
        </p:txBody>
      </p:sp>
      <p:sp>
        <p:nvSpPr>
          <p:cNvPr id="10" name="">
            <a:extLst>
              <a:ext uri="{FF2B5EF4-FFF2-40B4-BE49-F238E27FC236}">
                <ns2:creationId id="{2890E2A9-D66B-4E31-8234-32D4BF530972}"/>
              </a:ext>
            </a:extLst>
          </p:cNvPr>
          <p:cNvSpPr>
            <a:spLocks noGrp="1"/>
          </p:cNvSpPr>
          <p:nvPr/>
        </p:nvSpPr>
        <p:spPr>
          <a:xfrm>
            <a:off x="628650" y="3390900"/>
            <a:ext cx="1314450" cy="552450"/>
          </a:xfrm>
          <a:prstGeom prst="roundRect">
            <a:avLst>
              <a:gd name="adj" fmla="val 12069"/>
            </a:avLst>
          </a:prstGeom>
          <a:solidFill>
            <a:srgbClr val="F6F6F6"/>
          </a:solidFill>
          <a:ln w="11430">
            <a:solidFill>
              <a:srgbClr val="B8BCC4"/>
            </a:solidFill>
            <a:prstDash val="solid"/>
          </a:ln>
        </p:spPr>
        <p:txBody>
          <a:bodyPr lIns="76200" tIns="57150" rIns="76200" bIns="57150" anchor="ctr">
            <a:normAutofit fontScale="100000"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DPA</a:t>
            </a:r>
          </a:p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가전 상태</a:t>
            </a:r>
          </a:p>
        </p:txBody>
      </p:sp>
      <p:sp>
        <p:nvSpPr>
          <p:cNvPr id="11" name="">
            <a:extLst>
              <a:ext uri="{FF2B5EF4-FFF2-40B4-BE49-F238E27FC236}">
                <ns2:creationId id="{7DD64727-434F-4E17-9764-B53F0A066412}"/>
              </a:ext>
            </a:extLst>
          </p:cNvPr>
          <p:cNvSpPr>
            <a:spLocks noGrp="1"/>
          </p:cNvSpPr>
          <p:nvPr/>
        </p:nvSpPr>
        <p:spPr>
          <a:xfrm>
            <a:off x="628650" y="4419600"/>
            <a:ext cx="1314450" cy="552450"/>
          </a:xfrm>
          <a:prstGeom prst="roundRect">
            <a:avLst>
              <a:gd name="adj" fmla="val 12069"/>
            </a:avLst>
          </a:prstGeom>
          <a:solidFill>
            <a:srgbClr val="E6EEF8"/>
          </a:solidFill>
          <a:ln w="11430">
            <a:solidFill>
              <a:srgbClr val="426A9A"/>
            </a:solidFill>
            <a:prstDash val="solid"/>
          </a:ln>
        </p:spPr>
        <p:txBody>
          <a:bodyPr lIns="76200" tIns="57150" rIns="76200" bIns="57150" anchor="ctr">
            <a:normAutofit fontScale="100000"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Sub-Agent</a:t>
            </a:r>
          </a:p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툴 결과</a:t>
            </a:r>
          </a:p>
        </p:txBody>
      </p:sp>
      <p:sp>
        <p:nvSpPr>
          <p:cNvPr id="12" name="">
            <a:extLst>
              <a:ext uri="{FF2B5EF4-FFF2-40B4-BE49-F238E27FC236}">
                <ns2:creationId id="{29D48D3A-5602-486B-AE9A-5A1253F47322}"/>
              </a:ext>
            </a:extLst>
          </p:cNvPr>
          <p:cNvSpPr>
            <a:spLocks noGrp="1"/>
          </p:cNvSpPr>
          <p:nvPr/>
        </p:nvSpPr>
        <p:spPr>
          <a:xfrm>
            <a:off x="2381250" y="2019300"/>
            <a:ext cx="3219450" cy="3028950"/>
          </a:xfrm>
          <a:prstGeom prst="rect">
            <a:avLst/>
          </a:prstGeom>
          <a:noFill/>
          <a:ln w="11430">
            <a:solidFill>
              <a:srgbClr val="4D7C2F"/>
            </a:solidFill>
            <a:prstDash val="solid"/>
          </a:ln>
        </p:spPr>
      </p:sp>
      <p:sp>
        <p:nvSpPr>
          <p:cNvPr id="13" name="">
            <a:extLst>
              <a:ext uri="{FF2B5EF4-FFF2-40B4-BE49-F238E27FC236}">
                <ns2:creationId id="{C8F94F43-0535-45D6-B9AE-A17B8F508575}"/>
              </a:ext>
            </a:extLst>
          </p:cNvPr>
          <p:cNvSpPr>
            <a:spLocks noGrp="1"/>
          </p:cNvSpPr>
          <p:nvPr/>
        </p:nvSpPr>
        <p:spPr>
          <a:xfrm>
            <a:off x="2381250" y="2019300"/>
            <a:ext cx="3219450" cy="323850"/>
          </a:xfrm>
          <a:prstGeom prst="roundRect">
            <a:avLst>
              <a:gd name="adj" fmla="val 0"/>
            </a:avLst>
          </a:prstGeom>
          <a:solidFill>
            <a:srgbClr val="E4F0DD"/>
          </a:solidFill>
          <a:ln w="11430">
            <a:solidFill>
              <a:srgbClr val="4D7C2F"/>
            </a:solidFill>
            <a:prstDash val="solid"/>
          </a:ln>
        </p:spPr>
        <p:txBody>
          <a:bodyPr lIns="114300" tIns="76200" rIns="114300" bIns="76200" anchor="ctr">
            <a:normAutofit fontScale="83241"/>
          </a:bodyPr>
          <a:lstStyle/>
          <a:p>
            <a:pPr algn="ctr">
              <a:lnSpc>
                <a:spcPct val="106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단일 프라이버시 게이트웨이</a:t>
            </a:r>
          </a:p>
        </p:txBody>
      </p:sp>
      <p:sp>
        <p:nvSpPr>
          <p:cNvPr id="14" name="">
            <a:extLst>
              <a:ext uri="{FF2B5EF4-FFF2-40B4-BE49-F238E27FC236}">
                <ns2:creationId id="{2537D077-5353-4FD6-83CB-172E18B4E882}"/>
              </a:ext>
            </a:extLst>
          </p:cNvPr>
          <p:cNvSpPr>
            <a:spLocks noGrp="1"/>
          </p:cNvSpPr>
          <p:nvPr/>
        </p:nvSpPr>
        <p:spPr>
          <a:xfrm>
            <a:off x="2609850" y="2514600"/>
            <a:ext cx="1352550" cy="552450"/>
          </a:xfrm>
          <a:prstGeom prst="roundRect">
            <a:avLst>
              <a:gd name="adj" fmla="val 12069"/>
            </a:avLst>
          </a:prstGeom>
          <a:solidFill>
            <a:srgbClr val="EAF2E4"/>
          </a:solidFill>
          <a:ln w="11430">
            <a:solidFill>
              <a:srgbClr val="4D7C2F"/>
            </a:solidFill>
            <a:prstDash val="solid"/>
          </a:ln>
        </p:spPr>
        <p:txBody>
          <a:bodyPr lIns="76200" tIns="57150" rIns="76200" bIns="57150" anchor="ctr">
            <a:normAutofit fontScale="100000"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Schema Registry</a:t>
            </a:r>
          </a:p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승인 issue/value</a:t>
            </a:r>
          </a:p>
        </p:txBody>
      </p:sp>
      <p:sp>
        <p:nvSpPr>
          <p:cNvPr id="15" name="">
            <a:extLst>
              <a:ext uri="{FF2B5EF4-FFF2-40B4-BE49-F238E27FC236}">
                <ns2:creationId id="{3980445D-FB18-4A73-BF73-9E574371D3E3}"/>
              </a:ext>
            </a:extLst>
          </p:cNvPr>
          <p:cNvSpPr>
            <a:spLocks noGrp="1"/>
          </p:cNvSpPr>
          <p:nvPr/>
        </p:nvSpPr>
        <p:spPr>
          <a:xfrm>
            <a:off x="2609850" y="3295650"/>
            <a:ext cx="1352550" cy="552450"/>
          </a:xfrm>
          <a:prstGeom prst="roundRect">
            <a:avLst>
              <a:gd name="adj" fmla="val 12069"/>
            </a:avLst>
          </a:prstGeom>
          <a:solidFill>
            <a:srgbClr val="E4F0DD"/>
          </a:solidFill>
          <a:ln w="11430">
            <a:solidFill>
              <a:srgbClr val="4D7C2F"/>
            </a:solidFill>
            <a:prstDash val="solid"/>
          </a:ln>
        </p:spPr>
        <p:txBody>
          <a:bodyPr lIns="76200" tIns="57150" rIns="76200" bIns="57150" anchor="ctr">
            <a:normAutofit fontScale="100000"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정규화기</a:t>
            </a:r>
          </a:p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분류 · 권한 · 어휘</a:t>
            </a:r>
          </a:p>
        </p:txBody>
      </p:sp>
      <p:sp>
        <p:nvSpPr>
          <p:cNvPr id="16" name="">
            <a:extLst>
              <a:ext uri="{FF2B5EF4-FFF2-40B4-BE49-F238E27FC236}">
                <ns2:creationId id="{85053FF5-2B09-445A-B5CF-7376D7C9E4A9}"/>
              </a:ext>
            </a:extLst>
          </p:cNvPr>
          <p:cNvSpPr>
            <a:spLocks noGrp="1"/>
          </p:cNvSpPr>
          <p:nvPr/>
        </p:nvSpPr>
        <p:spPr>
          <a:xfrm>
            <a:off x="2609850" y="4076700"/>
            <a:ext cx="1352550" cy="552450"/>
          </a:xfrm>
          <a:prstGeom prst="roundRect">
            <a:avLst>
              <a:gd name="adj" fmla="val 12069"/>
            </a:avLst>
          </a:prstGeom>
          <a:solidFill>
            <a:srgbClr val="E4F0DD"/>
          </a:solidFill>
          <a:ln w="11430">
            <a:solidFill>
              <a:srgbClr val="4D7C2F"/>
            </a:solidFill>
            <a:prstDash val="solid"/>
          </a:ln>
        </p:spPr>
        <p:txBody>
          <a:bodyPr lIns="76200" tIns="57150" rIns="76200" bIns="57150" anchor="ctr">
            <a:normAutofit fontScale="79791"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출력 빌더</a:t>
            </a:r>
          </a:p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OutcomeSpace · 요청</a:t>
            </a:r>
          </a:p>
        </p:txBody>
      </p:sp>
      <p:sp>
        <p:nvSpPr>
          <p:cNvPr id="17" name="">
            <a:extLst>
              <a:ext uri="{FF2B5EF4-FFF2-40B4-BE49-F238E27FC236}">
                <ns2:creationId id="{15E9802E-2C89-43CA-B3E7-6458BEEC817E}"/>
              </a:ext>
            </a:extLst>
          </p:cNvPr>
          <p:cNvSpPr>
            <a:spLocks noGrp="1"/>
          </p:cNvSpPr>
          <p:nvPr/>
        </p:nvSpPr>
        <p:spPr>
          <a:xfrm>
            <a:off x="4210050" y="3295650"/>
            <a:ext cx="1123950" cy="552450"/>
          </a:xfrm>
          <a:prstGeom prst="roundRect">
            <a:avLst>
              <a:gd name="adj" fmla="val 12069"/>
            </a:avLst>
          </a:prstGeom>
          <a:solidFill>
            <a:srgbClr val="F0E1CF"/>
          </a:solidFill>
          <a:ln w="11430">
            <a:solidFill>
              <a:srgbClr val="875214"/>
            </a:solidFill>
            <a:prstDash val="solid"/>
          </a:ln>
        </p:spPr>
        <p:txBody>
          <a:bodyPr lIns="76200" tIns="57150" rIns="76200" bIns="57150" anchor="ctr">
            <a:normAutofit fontScale="100000"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PII Vault</a:t>
            </a:r>
          </a:p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실행 시 PII 조회</a:t>
            </a:r>
          </a:p>
        </p:txBody>
      </p:sp>
      <p:sp>
        <p:nvSpPr>
          <p:cNvPr id="18" name="">
            <a:extLst>
              <a:ext uri="{FF2B5EF4-FFF2-40B4-BE49-F238E27FC236}">
                <ns2:creationId id="{DB5566C3-5DA6-42BD-AAE3-AF50AD8E6E11}"/>
              </a:ext>
            </a:extLst>
          </p:cNvPr>
          <p:cNvSpPr>
            <a:spLocks noGrp="1"/>
          </p:cNvSpPr>
          <p:nvPr/>
        </p:nvSpPr>
        <p:spPr>
          <a:xfrm>
            <a:off x="4210050" y="2514600"/>
            <a:ext cx="1123950" cy="552450"/>
          </a:xfrm>
          <a:prstGeom prst="roundRect">
            <a:avLst>
              <a:gd name="adj" fmla="val 12069"/>
            </a:avLst>
          </a:prstGeom>
          <a:solidFill>
            <a:srgbClr val="F2E5C4"/>
          </a:solidFill>
          <a:ln w="11430">
            <a:solidFill>
              <a:srgbClr val="8A5A00"/>
            </a:solidFill>
            <a:prstDash val="solid"/>
          </a:ln>
        </p:spPr>
        <p:txBody>
          <a:bodyPr lIns="76200" tIns="57150" rIns="76200" bIns="57150" anchor="ctr">
            <a:normAutofit fontScale="100000"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ufun 입력값</a:t>
            </a:r>
          </a:p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선호 · 제약 안전값</a:t>
            </a:r>
          </a:p>
        </p:txBody>
      </p:sp>
      <p:cxnSp>
        <p:nvCxnSpPr>
          <p:cNvPr id="64" name=""/>
          <p:cNvCxnSpPr>
            <a:stCxn id="9" idx="3"/>
            <a:endCxn id="15" idx="1"/>
          </p:cNvCxnSpPr>
          <p:nvPr/>
        </p:nvCxnSpPr>
        <p:spPr>
          <a:xfrm>
            <a:off x="1943100" y="2638425"/>
            <a:ext cx="666750" cy="933450"/>
          </a:xfrm>
          <a:prstGeom prst="bentConnector3">
            <a:avLst>
              <a:gd name="adj1" fmla="val 50000"/>
            </a:avLst>
          </a:prstGeom>
          <a:ln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65" name=""/>
          <p:cNvCxnSpPr>
            <a:stCxn id="10" idx="3"/>
            <a:endCxn id="15" idx="1"/>
          </p:cNvCxnSpPr>
          <p:nvPr/>
        </p:nvCxnSpPr>
        <p:spPr>
          <a:xfrm flipV="1">
            <a:off x="1943100" y="3571875"/>
            <a:ext cx="666750" cy="95250"/>
          </a:xfrm>
          <a:prstGeom prst="straightConnector1">
            <a:avLst/>
          </a:prstGeom>
          <a:ln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66" name=""/>
          <p:cNvCxnSpPr>
            <a:stCxn id="11" idx="3"/>
            <a:endCxn id="15" idx="1"/>
          </p:cNvCxnSpPr>
          <p:nvPr/>
        </p:nvCxnSpPr>
        <p:spPr>
          <a:xfrm flipV="1">
            <a:off x="1943100" y="3571875"/>
            <a:ext cx="666750" cy="1123950"/>
          </a:xfrm>
          <a:prstGeom prst="bentConnector3">
            <a:avLst>
              <a:gd name="adj1" fmla="val 50000"/>
            </a:avLst>
          </a:prstGeom>
          <a:ln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67" name=""/>
          <p:cNvCxnSpPr>
            <a:stCxn id="14" idx="2"/>
            <a:endCxn id="15" idx="0"/>
          </p:cNvCxnSpPr>
          <p:nvPr/>
        </p:nvCxnSpPr>
        <p:spPr>
          <a:xfrm>
            <a:off x="3286125" y="3067050"/>
            <a:ext cx="0" cy="228600"/>
          </a:xfrm>
          <a:prstGeom prst="straightConnector1">
            <a:avLst/>
          </a:prstGeom>
          <a:ln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68" name=""/>
          <p:cNvCxnSpPr>
            <a:stCxn id="15" idx="2"/>
            <a:endCxn id="16" idx="0"/>
          </p:cNvCxnSpPr>
          <p:nvPr/>
        </p:nvCxnSpPr>
        <p:spPr>
          <a:xfrm>
            <a:off x="3286125" y="3848100"/>
            <a:ext cx="0" cy="228600"/>
          </a:xfrm>
          <a:prstGeom prst="straightConnector1">
            <a:avLst/>
          </a:prstGeom>
          <a:ln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69" name=""/>
          <p:cNvCxnSpPr>
            <a:stCxn id="15" idx="3"/>
            <a:endCxn id="18" idx="1"/>
          </p:cNvCxnSpPr>
          <p:nvPr/>
        </p:nvCxnSpPr>
        <p:spPr>
          <a:xfrm flipV="1">
            <a:off x="3962400" y="2790825"/>
            <a:ext cx="247650" cy="781050"/>
          </a:xfrm>
          <a:prstGeom prst="bentConnector3">
            <a:avLst>
              <a:gd name="adj1" fmla="val 50000"/>
            </a:avLst>
          </a:prstGeom>
          <a:ln w="12383">
            <a:solidFill>
              <a:srgbClr val="555555"/>
            </a:solidFill>
            <a:prstDash val="dash"/>
            <a:headEnd type="none" w="med" len="med"/>
            <a:tailEnd type="arrow" w="sm" len="sm"/>
          </a:ln>
        </p:spPr>
      </p:cxnSp>
      <p:cxnSp>
        <p:nvCxnSpPr>
          <p:cNvPr id="70" name=""/>
          <p:cNvCxnSpPr>
            <a:stCxn id="16" idx="3"/>
            <a:endCxn id="17" idx="1"/>
          </p:cNvCxnSpPr>
          <p:nvPr/>
        </p:nvCxnSpPr>
        <p:spPr>
          <a:xfrm flipV="1">
            <a:off x="3962400" y="3571875"/>
            <a:ext cx="247650" cy="781050"/>
          </a:xfrm>
          <a:prstGeom prst="bentConnector3">
            <a:avLst>
              <a:gd name="adj1" fmla="val 50000"/>
            </a:avLst>
          </a:prstGeom>
          <a:ln w="12383">
            <a:solidFill>
              <a:srgbClr val="555555"/>
            </a:solidFill>
            <a:prstDash val="dash"/>
            <a:headEnd type="none" w="med" len="med"/>
            <a:tailEnd type="arrow" w="sm" len="sm"/>
          </a:ln>
        </p:spPr>
      </p:cxnSp>
      <p:sp>
        <p:nvSpPr>
          <p:cNvPr id="26" name="">
            <a:extLst>
              <a:ext uri="{FF2B5EF4-FFF2-40B4-BE49-F238E27FC236}">
                <ns2:creationId id="{12ECF449-2642-4522-8610-BFEFAA3A50ED}"/>
              </a:ext>
            </a:extLst>
          </p:cNvPr>
          <p:cNvSpPr>
            <a:spLocks noGrp="1"/>
          </p:cNvSpPr>
          <p:nvPr/>
        </p:nvSpPr>
        <p:spPr>
          <a:xfrm>
            <a:off x="5962650" y="3333750"/>
            <a:ext cx="590550" cy="800100"/>
          </a:xfrm>
          <a:prstGeom prst="roundRect">
            <a:avLst>
              <a:gd name="adj" fmla="val 0"/>
            </a:avLst>
          </a:prstGeom>
          <a:solidFill>
            <a:srgbClr val="EDEDED"/>
          </a:solidFill>
          <a:ln w="11430">
            <a:solidFill>
              <a:srgbClr val="B8BCC4"/>
            </a:solidFill>
            <a:prstDash val="solid"/>
          </a:ln>
        </p:spPr>
        <p:txBody>
          <a:bodyPr lIns="76200" tIns="57150" rIns="76200" bIns="57150" anchor="ctr">
            <a:normAutofit fontScale="100000"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안전</a:t>
            </a:r>
          </a:p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출력</a:t>
            </a:r>
          </a:p>
        </p:txBody>
      </p:sp>
      <p:cxnSp>
        <p:nvCxnSpPr>
          <p:cNvPr id="72" name=""/>
          <p:cNvCxnSpPr>
            <a:stCxn id="16" idx="3"/>
            <a:endCxn id="26" idx="1"/>
          </p:cNvCxnSpPr>
          <p:nvPr/>
        </p:nvCxnSpPr>
        <p:spPr>
          <a:xfrm flipV="1">
            <a:off x="3962400" y="3733800"/>
            <a:ext cx="2000250" cy="619125"/>
          </a:xfrm>
          <a:prstGeom prst="straightConnector1">
            <a:avLst/>
          </a:prstGeom>
          <a:ln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28" name="">
            <a:extLst>
              <a:ext uri="{FF2B5EF4-FFF2-40B4-BE49-F238E27FC236}">
                <ns2:creationId id="{6D8C3474-26E8-43E2-8B3F-AC710383C133}"/>
              </a:ext>
            </a:extLst>
          </p:cNvPr>
          <p:cNvSpPr>
            <a:spLocks noGrp="1"/>
          </p:cNvSpPr>
          <p:nvPr/>
        </p:nvSpPr>
        <p:spPr>
          <a:xfrm>
            <a:off x="6991350" y="2095500"/>
            <a:ext cx="2724150" cy="1638300"/>
          </a:xfrm>
          <a:prstGeom prst="rect">
            <a:avLst/>
          </a:prstGeom>
          <a:noFill/>
          <a:ln w="11430">
            <a:solidFill>
              <a:srgbClr val="8A5A00"/>
            </a:solidFill>
            <a:prstDash val="solid"/>
          </a:ln>
        </p:spPr>
      </p:sp>
      <p:sp>
        <p:nvSpPr>
          <p:cNvPr id="29" name="">
            <a:extLst>
              <a:ext uri="{FF2B5EF4-FFF2-40B4-BE49-F238E27FC236}">
                <ns2:creationId id="{9DEF887C-3E93-4B1D-A3FA-D85AAD3E64BB}"/>
              </a:ext>
            </a:extLst>
          </p:cNvPr>
          <p:cNvSpPr>
            <a:spLocks noGrp="1"/>
          </p:cNvSpPr>
          <p:nvPr/>
        </p:nvSpPr>
        <p:spPr>
          <a:xfrm>
            <a:off x="6991350" y="2095500"/>
            <a:ext cx="2724150" cy="323850"/>
          </a:xfrm>
          <a:prstGeom prst="roundRect">
            <a:avLst>
              <a:gd name="adj" fmla="val 0"/>
            </a:avLst>
          </a:prstGeom>
          <a:solidFill>
            <a:srgbClr val="F2E5C4"/>
          </a:solidFill>
          <a:ln w="11430">
            <a:solidFill>
              <a:srgbClr val="8A5A00"/>
            </a:solidFill>
            <a:prstDash val="solid"/>
          </a:ln>
        </p:spPr>
        <p:txBody>
          <a:bodyPr lIns="114300" tIns="76200" rIns="114300" bIns="76200" anchor="ctr">
            <a:normAutofit fontScale="83241"/>
          </a:bodyPr>
          <a:lstStyle/>
          <a:p>
            <a:pPr algn="ctr">
              <a:lnSpc>
                <a:spcPct val="106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Meta Agent (협상 두뇌)</a:t>
            </a:r>
          </a:p>
        </p:txBody>
      </p:sp>
      <p:sp>
        <p:nvSpPr>
          <p:cNvPr id="30" name="">
            <a:extLst>
              <a:ext uri="{FF2B5EF4-FFF2-40B4-BE49-F238E27FC236}">
                <ns2:creationId id="{2C82352E-3181-4D5F-80B0-B06C1251D5E9}"/>
              </a:ext>
            </a:extLst>
          </p:cNvPr>
          <p:cNvSpPr>
            <a:spLocks noGrp="1"/>
          </p:cNvSpPr>
          <p:nvPr/>
        </p:nvSpPr>
        <p:spPr>
          <a:xfrm>
            <a:off x="7277100" y="2590800"/>
            <a:ext cx="2152650" cy="457200"/>
          </a:xfrm>
          <a:prstGeom prst="roundRect">
            <a:avLst>
              <a:gd name="adj" fmla="val 14583"/>
            </a:avLst>
          </a:prstGeom>
          <a:solidFill>
            <a:srgbClr val="F2E5C4"/>
          </a:solidFill>
          <a:ln w="11430">
            <a:solidFill>
              <a:srgbClr val="8A5A00"/>
            </a:solidFill>
            <a:prstDash val="solid"/>
          </a:ln>
        </p:spPr>
        <p:txBody>
          <a:bodyPr lIns="76200" tIns="57150" rIns="76200" bIns="57150" anchor="ctr">
            <a:normAutofit fontScale="79116"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ufun</a:t>
            </a:r>
          </a:p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선호/유보값</a:t>
            </a:r>
          </a:p>
        </p:txBody>
      </p:sp>
      <p:sp>
        <p:nvSpPr>
          <p:cNvPr id="31" name="">
            <a:extLst>
              <a:ext uri="{FF2B5EF4-FFF2-40B4-BE49-F238E27FC236}">
                <ns2:creationId id="{C4800EFB-FEB3-4654-AA9F-6B99E056D1DD}"/>
              </a:ext>
            </a:extLst>
          </p:cNvPr>
          <p:cNvSpPr>
            <a:spLocks noGrp="1"/>
          </p:cNvSpPr>
          <p:nvPr/>
        </p:nvSpPr>
        <p:spPr>
          <a:xfrm>
            <a:off x="7277100" y="3181350"/>
            <a:ext cx="2152650" cy="457200"/>
          </a:xfrm>
          <a:prstGeom prst="roundRect">
            <a:avLst>
              <a:gd name="adj" fmla="val 14583"/>
            </a:avLst>
          </a:prstGeom>
          <a:solidFill>
            <a:srgbClr val="F4E7C0"/>
          </a:solidFill>
          <a:ln w="11430">
            <a:solidFill>
              <a:srgbClr val="8A5A00"/>
            </a:solidFill>
            <a:prstDash val="solid"/>
          </a:ln>
        </p:spPr>
        <p:txBody>
          <a:bodyPr lIns="76200" tIns="57150" rIns="76200" bIns="57150" anchor="ctr">
            <a:normAutofit fontScale="79116"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협상 엔진 (NegMAS)</a:t>
            </a:r>
          </a:p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유효 오퍼 생성</a:t>
            </a:r>
          </a:p>
        </p:txBody>
      </p:sp>
      <p:sp>
        <p:nvSpPr>
          <p:cNvPr id="32" name="">
            <a:extLst>
              <a:ext uri="{FF2B5EF4-FFF2-40B4-BE49-F238E27FC236}">
                <ns2:creationId id="{5B3D9642-7BB1-4DF6-9A39-60D982423A68}"/>
              </a:ext>
            </a:extLst>
          </p:cNvPr>
          <p:cNvSpPr>
            <a:spLocks noGrp="1"/>
          </p:cNvSpPr>
          <p:nvPr/>
        </p:nvSpPr>
        <p:spPr>
          <a:xfrm>
            <a:off x="6991350" y="4095750"/>
            <a:ext cx="2724150" cy="552450"/>
          </a:xfrm>
          <a:prstGeom prst="roundRect">
            <a:avLst>
              <a:gd name="adj" fmla="val 12069"/>
            </a:avLst>
          </a:prstGeom>
          <a:solidFill>
            <a:srgbClr val="E6EEF8"/>
          </a:solidFill>
          <a:ln w="11430">
            <a:solidFill>
              <a:srgbClr val="426A9A"/>
            </a:solidFill>
            <a:prstDash val="solid"/>
          </a:ln>
        </p:spPr>
        <p:txBody>
          <a:bodyPr lIns="76200" tIns="57150" rIns="76200" bIns="57150" anchor="ctr">
            <a:normAutofit fontScale="100000"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Orchestrator</a:t>
            </a:r>
          </a:p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계획 작성</a:t>
            </a:r>
          </a:p>
        </p:txBody>
      </p:sp>
      <p:sp>
        <p:nvSpPr>
          <p:cNvPr id="33" name="">
            <a:extLst>
              <a:ext uri="{FF2B5EF4-FFF2-40B4-BE49-F238E27FC236}">
                <ns2:creationId id="{182B16AA-78C8-48D8-85FE-3E07351EDD89}"/>
              </a:ext>
            </a:extLst>
          </p:cNvPr>
          <p:cNvSpPr>
            <a:spLocks noGrp="1"/>
          </p:cNvSpPr>
          <p:nvPr/>
        </p:nvSpPr>
        <p:spPr>
          <a:xfrm>
            <a:off x="6991350" y="5010150"/>
            <a:ext cx="2724150" cy="552450"/>
          </a:xfrm>
          <a:prstGeom prst="roundRect">
            <a:avLst>
              <a:gd name="adj" fmla="val 12069"/>
            </a:avLst>
          </a:prstGeom>
          <a:solidFill>
            <a:srgbClr val="E6EEF8"/>
          </a:solidFill>
          <a:ln w="11430">
            <a:solidFill>
              <a:srgbClr val="426A9A"/>
            </a:solidFill>
            <a:prstDash val="solid"/>
          </a:ln>
        </p:spPr>
        <p:txBody>
          <a:bodyPr lIns="76200" tIns="57150" rIns="76200" bIns="57150" anchor="ctr">
            <a:normAutofit fontScale="100000"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Sub-Agent</a:t>
            </a:r>
          </a:p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실행 / 조회</a:t>
            </a:r>
          </a:p>
        </p:txBody>
      </p:sp>
      <p:cxnSp>
        <p:nvCxnSpPr>
          <p:cNvPr id="79" name=""/>
          <p:cNvCxnSpPr>
            <a:stCxn id="26" idx="3"/>
            <a:endCxn id="30" idx="1"/>
          </p:cNvCxnSpPr>
          <p:nvPr/>
        </p:nvCxnSpPr>
        <p:spPr>
          <a:xfrm flipV="1">
            <a:off x="6553200" y="2819400"/>
            <a:ext cx="723900" cy="914400"/>
          </a:xfrm>
          <a:prstGeom prst="bentConnector3">
            <a:avLst>
              <a:gd name="adj1" fmla="val 50000"/>
            </a:avLst>
          </a:prstGeom>
          <a:ln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80" name=""/>
          <p:cNvCxnSpPr>
            <a:stCxn id="26" idx="3"/>
            <a:endCxn id="31" idx="1"/>
          </p:cNvCxnSpPr>
          <p:nvPr/>
        </p:nvCxnSpPr>
        <p:spPr>
          <a:xfrm flipV="1">
            <a:off x="6553200" y="3409950"/>
            <a:ext cx="723900" cy="323850"/>
          </a:xfrm>
          <a:prstGeom prst="bentConnector3">
            <a:avLst>
              <a:gd name="adj1" fmla="val 50000"/>
            </a:avLst>
          </a:prstGeom>
          <a:ln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81" name=""/>
          <p:cNvCxnSpPr>
            <a:stCxn id="26" idx="3"/>
            <a:endCxn id="32" idx="1"/>
          </p:cNvCxnSpPr>
          <p:nvPr/>
        </p:nvCxnSpPr>
        <p:spPr>
          <a:xfrm>
            <a:off x="6553200" y="3733800"/>
            <a:ext cx="438150" cy="638175"/>
          </a:xfrm>
          <a:prstGeom prst="bentConnector3">
            <a:avLst>
              <a:gd name="adj1" fmla="val 50000"/>
            </a:avLst>
          </a:prstGeom>
          <a:ln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82" name=""/>
          <p:cNvCxnSpPr>
            <a:stCxn id="32" idx="2"/>
            <a:endCxn id="33" idx="0"/>
          </p:cNvCxnSpPr>
          <p:nvPr/>
        </p:nvCxnSpPr>
        <p:spPr>
          <a:xfrm>
            <a:off x="8353425" y="4648200"/>
            <a:ext cx="0" cy="361950"/>
          </a:xfrm>
          <a:prstGeom prst="straightConnector1">
            <a:avLst/>
          </a:prstGeom>
          <a:ln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38" name="">
            <a:extLst>
              <a:ext uri="{FF2B5EF4-FFF2-40B4-BE49-F238E27FC236}">
                <ns2:creationId id="{1CFAE8D3-E350-4E0A-8E81-9E0B1C7D3CCF}"/>
              </a:ext>
            </a:extLst>
          </p:cNvPr>
          <p:cNvSpPr>
            <a:spLocks noGrp="1"/>
          </p:cNvSpPr>
          <p:nvPr/>
        </p:nvSpPr>
        <p:spPr>
          <a:xfrm>
            <a:off x="10325100" y="3028950"/>
            <a:ext cx="1466850" cy="552450"/>
          </a:xfrm>
          <a:prstGeom prst="roundRect">
            <a:avLst>
              <a:gd name="adj" fmla="val 12069"/>
            </a:avLst>
          </a:prstGeom>
          <a:solidFill>
            <a:srgbClr val="EFE7F4"/>
          </a:solidFill>
          <a:ln w="11430">
            <a:solidFill>
              <a:srgbClr val="7B5B8E"/>
            </a:solidFill>
            <a:prstDash val="solid"/>
          </a:ln>
        </p:spPr>
        <p:txBody>
          <a:bodyPr lIns="76200" tIns="57150" rIns="76200" bIns="57150" anchor="ctr">
            <a:normAutofit fontScale="100000"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상대 PPA</a:t>
            </a:r>
          </a:p>
        </p:txBody>
      </p:sp>
      <p:sp>
        <p:nvSpPr>
          <p:cNvPr id="39" name="">
            <a:extLst>
              <a:ext uri="{FF2B5EF4-FFF2-40B4-BE49-F238E27FC236}">
                <ns2:creationId id="{C259539D-D93D-495C-BE02-324B0EF6391E}"/>
              </a:ext>
            </a:extLst>
          </p:cNvPr>
          <p:cNvSpPr>
            <a:spLocks noGrp="1"/>
          </p:cNvSpPr>
          <p:nvPr/>
        </p:nvSpPr>
        <p:spPr>
          <a:xfrm>
            <a:off x="10325100" y="4095750"/>
            <a:ext cx="1466850" cy="552450"/>
          </a:xfrm>
          <a:prstGeom prst="roundRect">
            <a:avLst>
              <a:gd name="adj" fmla="val 12069"/>
            </a:avLst>
          </a:prstGeom>
          <a:solidFill>
            <a:srgbClr val="EFE7F4"/>
          </a:solidFill>
          <a:ln w="11430">
            <a:solidFill>
              <a:srgbClr val="7B5B8E"/>
            </a:solidFill>
            <a:prstDash val="solid"/>
          </a:ln>
        </p:spPr>
        <p:txBody>
          <a:bodyPr lIns="76200" tIns="57150" rIns="76200" bIns="57150" anchor="ctr">
            <a:normAutofit fontScale="100000"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Cloud LLM</a:t>
            </a:r>
          </a:p>
        </p:txBody>
      </p:sp>
      <p:sp>
        <p:nvSpPr>
          <p:cNvPr id="40" name="">
            <a:extLst>
              <a:ext uri="{FF2B5EF4-FFF2-40B4-BE49-F238E27FC236}">
                <ns2:creationId id="{B001E3EB-37B7-48CF-9014-81386E3DA9DC}"/>
              </a:ext>
            </a:extLst>
          </p:cNvPr>
          <p:cNvSpPr>
            <a:spLocks noGrp="1"/>
          </p:cNvSpPr>
          <p:nvPr/>
        </p:nvSpPr>
        <p:spPr>
          <a:xfrm>
            <a:off x="10325100" y="5010150"/>
            <a:ext cx="1466850" cy="552450"/>
          </a:xfrm>
          <a:prstGeom prst="roundRect">
            <a:avLst>
              <a:gd name="adj" fmla="val 12069"/>
            </a:avLst>
          </a:prstGeom>
          <a:solidFill>
            <a:srgbClr val="EFE7F4"/>
          </a:solidFill>
          <a:ln w="11430">
            <a:solidFill>
              <a:srgbClr val="7B5B8E"/>
            </a:solidFill>
            <a:prstDash val="solid"/>
          </a:ln>
        </p:spPr>
        <p:txBody>
          <a:bodyPr lIns="76200" tIns="57150" rIns="76200" bIns="57150" anchor="ctr">
            <a:normAutofit fontScale="100000"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외부 서비스 API</a:t>
            </a:r>
          </a:p>
        </p:txBody>
      </p:sp>
      <p:cxnSp>
        <p:nvCxnSpPr>
          <p:cNvPr id="86" name=""/>
          <p:cNvCxnSpPr>
            <a:stCxn id="31" idx="3"/>
            <a:endCxn id="38" idx="1"/>
          </p:cNvCxnSpPr>
          <p:nvPr/>
        </p:nvCxnSpPr>
        <p:spPr>
          <a:xfrm flipV="1">
            <a:off x="9429750" y="3305175"/>
            <a:ext cx="895350" cy="104775"/>
          </a:xfrm>
          <a:prstGeom prst="straightConnector1">
            <a:avLst/>
          </a:prstGeom>
          <a:ln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87" name=""/>
          <p:cNvCxnSpPr>
            <a:stCxn id="32" idx="3"/>
            <a:endCxn id="39" idx="1"/>
          </p:cNvCxnSpPr>
          <p:nvPr/>
        </p:nvCxnSpPr>
        <p:spPr>
          <a:xfrm>
            <a:off x="9715500" y="4371975"/>
            <a:ext cx="609600" cy="0"/>
          </a:xfrm>
          <a:prstGeom prst="straightConnector1">
            <a:avLst/>
          </a:prstGeom>
          <a:ln w="15240">
            <a:solidFill>
              <a:srgbClr val="555555"/>
            </a:solidFill>
            <a:prstDash val="dash"/>
            <a:headEnd type="none" w="med" len="med"/>
            <a:tailEnd type="arrow" w="sm" len="sm"/>
          </a:ln>
        </p:spPr>
      </p:cxnSp>
      <p:cxnSp>
        <p:nvCxnSpPr>
          <p:cNvPr id="88" name=""/>
          <p:cNvCxnSpPr>
            <a:stCxn id="33" idx="3"/>
            <a:endCxn id="40" idx="1"/>
          </p:cNvCxnSpPr>
          <p:nvPr/>
        </p:nvCxnSpPr>
        <p:spPr>
          <a:xfrm>
            <a:off x="9715500" y="5286375"/>
            <a:ext cx="609600" cy="0"/>
          </a:xfrm>
          <a:prstGeom prst="straightConnector1">
            <a:avLst/>
          </a:prstGeom>
          <a:ln w="15240">
            <a:solidFill>
              <a:srgbClr val="555555"/>
            </a:solidFill>
            <a:prstDash val="dash"/>
            <a:headEnd type="none" w="med" len="med"/>
            <a:tailEnd type="arrow" w="sm" len="sm"/>
          </a:ln>
        </p:spPr>
      </p:cxnSp>
      <p:sp>
        <p:nvSpPr>
          <p:cNvPr id="44" name="">
            <a:extLst>
              <a:ext uri="{FF2B5EF4-FFF2-40B4-BE49-F238E27FC236}">
                <ns2:creationId id="{D60CA642-B2A0-4870-93B0-EB8C21DE8939}"/>
              </a:ext>
            </a:extLst>
          </p:cNvPr>
          <p:cNvSpPr>
            <a:spLocks noGrp="1"/>
          </p:cNvSpPr>
          <p:nvPr/>
        </p:nvSpPr>
        <p:spPr>
          <a:xfrm>
            <a:off x="2381250" y="5219700"/>
            <a:ext cx="3219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100000"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단일 검증 지점</a:t>
            </a:r>
          </a:p>
        </p:txBody>
      </p:sp>
      <p:sp>
        <p:nvSpPr>
          <p:cNvPr id="45" name="">
            <a:extLst>
              <a:ext uri="{FF2B5EF4-FFF2-40B4-BE49-F238E27FC236}">
                <ns2:creationId id="{0E44F915-19B7-45CD-A428-2937750CEC92}"/>
              </a:ext>
            </a:extLst>
          </p:cNvPr>
          <p:cNvSpPr>
            <a:spLocks noGrp="1"/>
          </p:cNvSpPr>
          <p:nvPr/>
        </p:nvSpPr>
        <p:spPr>
          <a:xfrm>
            <a:off x="2247900" y="54864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025"/>
          </a:bodyPr>
          <a:lstStyle/>
          <a:p>
            <a:pPr algn="ctr">
              <a:lnSpc>
                <a:spcPct val="112000"/>
              </a:lnSpc>
              <a:buNone/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감사와 통제는 쉽지만, 중앙 게이트웨이가 모든 입력 스키마를 알아야 한다.</a:t>
            </a:r>
          </a:p>
        </p:txBody>
      </p:sp>
    </p:spTree>
    <p:extLst>
      <p:ext uri="{BB962C8B-B14F-4D97-AF65-F5344CB8AC3E}">
        <ns3:creationId val="1342944255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" name="">
            <a:extLst>
              <a:ext uri="{FF2B5EF4-FFF2-40B4-BE49-F238E27FC236}">
                <ns2:creationId id="{ED07C2F0-89E9-4E86-BAE3-32FB56D96A65}"/>
              </a:ext>
            </a:extLst>
          </p:cNvPr>
          <p:cNvSpPr>
            <a:spLocks noGrp="1"/>
          </p:cNvSpPr>
          <p:nvPr/>
        </p:nvSpPr>
        <p:spPr>
          <a:xfrm>
            <a:off x="400050" y="2857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100000"/>
          </a:bodyPr>
          <a:lstStyle/>
          <a:p>
            <a:pPr algn="l">
              <a:lnSpc>
                <a:spcPct val="112000"/>
              </a:lnSpc>
              <a:buNone/>
              <a:def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DP03 후보 B</a:t>
            </a:r>
          </a:p>
        </p:txBody>
      </p:sp>
      <p:sp>
        <p:nvSpPr>
          <p:cNvPr id="2" name="">
            <a:extLst>
              <a:ext uri="{FF2B5EF4-FFF2-40B4-BE49-F238E27FC236}">
                <ns2:creationId id="{F09560B8-FA48-41C0-B0DA-49C0860EEE38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981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978"/>
          </a:bodyPr>
          <a:lstStyle/>
          <a:p>
            <a:pPr algn="l">
              <a:lnSpc>
                <a:spcPct val="112000"/>
              </a:lnSpc>
              <a:buNone/>
              <a:defRPr sz="32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Federated Adapters</a:t>
            </a:r>
          </a:p>
        </p:txBody>
      </p:sp>
      <p:sp>
        <p:nvSpPr>
          <p:cNvPr id="3" name="">
            <a:extLst>
              <a:ext uri="{FF2B5EF4-FFF2-40B4-BE49-F238E27FC236}">
                <ns2:creationId id="{00E48122-072B-40AD-BB3C-B79FFCA1BA34}"/>
              </a:ext>
            </a:extLst>
          </p:cNvPr>
          <p:cNvSpPr>
            <a:spLocks noGrp="1"/>
          </p:cNvSpPr>
          <p:nvPr/>
        </p:nvSpPr>
        <p:spPr>
          <a:xfrm>
            <a:off x="419100" y="1076325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100000"/>
          </a:bodyPr>
          <a:lstStyle/>
          <a:p>
            <a:pPr algn="l">
              <a:lnSpc>
                <a:spcPct val="108000"/>
              </a:lnSpc>
              <a:buNone/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통제 룰은 Core SDK로 일원화하고, 원본 변환 실행 위치는 입력 출처별로 분산한다.</a:t>
            </a:r>
          </a:p>
        </p:txBody>
      </p:sp>
      <p:sp>
        <p:nvSpPr>
          <p:cNvPr id="4" name="">
            <a:extLst>
              <a:ext uri="{FF2B5EF4-FFF2-40B4-BE49-F238E27FC236}">
                <ns2:creationId id="{B1F420B5-6C8F-4A03-A328-DEEE2CE41EF1}"/>
              </a:ext>
            </a:extLst>
          </p:cNvPr>
          <p:cNvSpPr>
            <a:spLocks noGrp="1"/>
          </p:cNvSpPr>
          <p:nvPr/>
        </p:nvSpPr>
        <p:spPr>
          <a:xfrm>
            <a:off x="400050" y="1447800"/>
            <a:ext cx="11391900" cy="0"/>
          </a:xfrm>
          <a:prstGeom prst="line">
            <a:avLst/>
          </a:prstGeom>
          <a:noFill/>
          <a:ln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>
              <a:ext uri="{FF2B5EF4-FFF2-40B4-BE49-F238E27FC236}">
                <ns2:creationId id="{2F09FA25-8B4B-4BB6-B0A4-70001949933D}"/>
              </a:ext>
            </a:extLst>
          </p:cNvPr>
          <p:cNvSpPr>
            <a:spLocks noGrp="1"/>
          </p:cNvSpPr>
          <p:nvPr/>
        </p:nvSpPr>
        <p:spPr>
          <a:xfrm>
            <a:off x="11277600" y="63246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100000"/>
          </a:bodyPr>
          <a:lstStyle/>
          <a:p>
            <a:pPr algn="r">
              <a:lnSpc>
                <a:spcPct val="112000"/>
              </a:lnSpc>
              <a:buNone/>
              <a:def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6" name="on-device-trust-boundary">
            <a:extLst>
              <a:ext uri="{FF2B5EF4-FFF2-40B4-BE49-F238E27FC236}">
                <ns2:creationId id="{79980F01-009C-42D3-A777-68EA50808DA4}"/>
              </a:ext>
            </a:extLst>
          </p:cNvPr>
          <p:cNvSpPr>
            <a:spLocks noGrp="1"/>
          </p:cNvSpPr>
          <p:nvPr/>
        </p:nvSpPr>
        <p:spPr>
          <a:xfrm>
            <a:off x="400050" y="1657350"/>
            <a:ext cx="9563100" cy="4476750"/>
          </a:xfrm>
          <a:prstGeom prst="rect">
            <a:avLst/>
          </a:prstGeom>
          <a:noFill/>
          <a:ln w="13335">
            <a:solidFill>
              <a:srgbClr val="D98282"/>
            </a:solidFill>
            <a:prstDash val="solid"/>
          </a:ln>
        </p:spPr>
      </p:sp>
      <p:sp>
        <p:nvSpPr>
          <p:cNvPr id="7" name="">
            <a:extLst>
              <a:ext uri="{FF2B5EF4-FFF2-40B4-BE49-F238E27FC236}">
                <ns2:creationId id="{CE5A8D8D-9713-4EFB-BF00-AFBDB619FD7E}"/>
              </a:ext>
            </a:extLst>
          </p:cNvPr>
          <p:cNvSpPr>
            <a:spLocks noGrp="1"/>
          </p:cNvSpPr>
          <p:nvPr/>
        </p:nvSpPr>
        <p:spPr>
          <a:xfrm>
            <a:off x="514350" y="17335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100000"/>
          </a:bodyPr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7A2D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7A2D2D"/>
                </a:solidFill>
                <a:latin typeface="Helvetica Neue"/>
                <a:ea typeface="Helvetica Neue"/>
                <a:cs typeface="Helvetica Neue"/>
              </a:rPr>
              <a:t>온디바이스 신뢰경계</a:t>
            </a:r>
          </a:p>
        </p:txBody>
      </p:sp>
      <p:sp>
        <p:nvSpPr>
          <p:cNvPr id="8" name="">
            <a:extLst>
              <a:ext uri="{FF2B5EF4-FFF2-40B4-BE49-F238E27FC236}">
                <ns2:creationId id="{F67DF564-AF1E-46C8-A134-B2E6078ED308}"/>
              </a:ext>
            </a:extLst>
          </p:cNvPr>
          <p:cNvSpPr>
            <a:spLocks noGrp="1"/>
          </p:cNvSpPr>
          <p:nvPr/>
        </p:nvSpPr>
        <p:spPr>
          <a:xfrm>
            <a:off x="10325100" y="16954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100000"/>
          </a:bodyPr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외부</a:t>
            </a:r>
          </a:p>
        </p:txBody>
      </p:sp>
      <p:sp>
        <p:nvSpPr>
          <p:cNvPr id="9" name="">
            <a:extLst>
              <a:ext uri="{FF2B5EF4-FFF2-40B4-BE49-F238E27FC236}">
                <ns2:creationId id="{420FB643-C148-48BA-BDC2-BC3ECAF5C803}"/>
              </a:ext>
            </a:extLst>
          </p:cNvPr>
          <p:cNvSpPr>
            <a:spLocks noGrp="1"/>
          </p:cNvSpPr>
          <p:nvPr/>
        </p:nvSpPr>
        <p:spPr>
          <a:xfrm>
            <a:off x="2438400" y="1952625"/>
            <a:ext cx="4953000" cy="514350"/>
          </a:xfrm>
          <a:prstGeom prst="roundRect">
            <a:avLst>
              <a:gd name="adj" fmla="val 0"/>
            </a:avLst>
          </a:prstGeom>
          <a:solidFill>
            <a:srgbClr val="EDEDED"/>
          </a:solidFill>
          <a:ln w="11430">
            <a:solidFill>
              <a:srgbClr val="B8BCC4"/>
            </a:solidFill>
            <a:prstDash val="solid"/>
          </a:ln>
        </p:spPr>
        <p:txBody>
          <a:bodyPr lIns="114300" tIns="76200" rIns="114300" bIns="76200" anchor="ctr">
            <a:normAutofit fontScale="78616"/>
          </a:bodyPr>
          <a:lstStyle/>
          <a:p>
            <a:pPr algn="ctr">
              <a:lnSpc>
                <a:spcPct val="106000"/>
              </a:lnSpc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Core SDK / Schema Registry</a:t>
            </a:r>
          </a:p>
          <a:p>
            <a:pPr algn="ctr">
              <a:lnSpc>
                <a:spcPct val="106000"/>
              </a:lnSpc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승인 issue/value · 정규화 정책</a:t>
            </a:r>
          </a:p>
        </p:txBody>
      </p:sp>
      <p:sp>
        <p:nvSpPr>
          <p:cNvPr id="10" name="">
            <a:extLst>
              <a:ext uri="{FF2B5EF4-FFF2-40B4-BE49-F238E27FC236}">
                <ns2:creationId id="{DAD50144-C3BC-47BE-A1FA-EDD8B93395CC}"/>
              </a:ext>
            </a:extLst>
          </p:cNvPr>
          <p:cNvSpPr>
            <a:spLocks noGrp="1"/>
          </p:cNvSpPr>
          <p:nvPr/>
        </p:nvSpPr>
        <p:spPr>
          <a:xfrm>
            <a:off x="628650" y="2705100"/>
            <a:ext cx="1104900" cy="495300"/>
          </a:xfrm>
          <a:prstGeom prst="roundRect">
            <a:avLst>
              <a:gd name="adj" fmla="val 13462"/>
            </a:avLst>
          </a:prstGeom>
          <a:solidFill>
            <a:srgbClr val="E6EEF8"/>
          </a:solidFill>
          <a:ln w="11430">
            <a:solidFill>
              <a:srgbClr val="426A9A"/>
            </a:solidFill>
            <a:prstDash val="solid"/>
          </a:ln>
        </p:spPr>
        <p:txBody>
          <a:bodyPr lIns="76200" tIns="57150" rIns="76200" bIns="57150" anchor="ctr">
            <a:normAutofit fontScale="100000"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IDS</a:t>
            </a:r>
          </a:p>
        </p:txBody>
      </p:sp>
      <p:sp>
        <p:nvSpPr>
          <p:cNvPr id="11" name="">
            <a:extLst>
              <a:ext uri="{FF2B5EF4-FFF2-40B4-BE49-F238E27FC236}">
                <ns2:creationId id="{CA866356-8538-46E9-8125-BBFE691AE14B}"/>
              </a:ext>
            </a:extLst>
          </p:cNvPr>
          <p:cNvSpPr>
            <a:spLocks noGrp="1"/>
          </p:cNvSpPr>
          <p:nvPr/>
        </p:nvSpPr>
        <p:spPr>
          <a:xfrm>
            <a:off x="628650" y="3733800"/>
            <a:ext cx="1104900" cy="495300"/>
          </a:xfrm>
          <a:prstGeom prst="roundRect">
            <a:avLst>
              <a:gd name="adj" fmla="val 13462"/>
            </a:avLst>
          </a:prstGeom>
          <a:solidFill>
            <a:srgbClr val="F6F6F6"/>
          </a:solidFill>
          <a:ln w="11430">
            <a:solidFill>
              <a:srgbClr val="B8BCC4"/>
            </a:solidFill>
            <a:prstDash val="solid"/>
          </a:ln>
        </p:spPr>
        <p:txBody>
          <a:bodyPr lIns="76200" tIns="57150" rIns="76200" bIns="57150" anchor="ctr">
            <a:normAutofit fontScale="100000"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DPA</a:t>
            </a:r>
          </a:p>
        </p:txBody>
      </p:sp>
      <p:sp>
        <p:nvSpPr>
          <p:cNvPr id="12" name="">
            <a:extLst>
              <a:ext uri="{FF2B5EF4-FFF2-40B4-BE49-F238E27FC236}">
                <ns2:creationId id="{399CE44E-FD3F-4350-B70A-4500BA2A71C9}"/>
              </a:ext>
            </a:extLst>
          </p:cNvPr>
          <p:cNvSpPr>
            <a:spLocks noGrp="1"/>
          </p:cNvSpPr>
          <p:nvPr/>
        </p:nvSpPr>
        <p:spPr>
          <a:xfrm>
            <a:off x="628650" y="4762500"/>
            <a:ext cx="1104900" cy="495300"/>
          </a:xfrm>
          <a:prstGeom prst="roundRect">
            <a:avLst>
              <a:gd name="adj" fmla="val 13462"/>
            </a:avLst>
          </a:prstGeom>
          <a:solidFill>
            <a:srgbClr val="E6EEF8"/>
          </a:solidFill>
          <a:ln w="11430">
            <a:solidFill>
              <a:srgbClr val="426A9A"/>
            </a:solidFill>
            <a:prstDash val="solid"/>
          </a:ln>
        </p:spPr>
        <p:txBody>
          <a:bodyPr lIns="76200" tIns="57150" rIns="76200" bIns="57150" anchor="ctr">
            <a:normAutofit fontScale="89036"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Sub-Agent</a:t>
            </a:r>
          </a:p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결과</a:t>
            </a:r>
          </a:p>
        </p:txBody>
      </p:sp>
      <p:sp>
        <p:nvSpPr>
          <p:cNvPr id="13" name="">
            <a:extLst>
              <a:ext uri="{FF2B5EF4-FFF2-40B4-BE49-F238E27FC236}">
                <ns2:creationId id="{F8CBCFEB-0B4E-44EA-B2B5-C9BB1A51DC7C}"/>
              </a:ext>
            </a:extLst>
          </p:cNvPr>
          <p:cNvSpPr>
            <a:spLocks noGrp="1"/>
          </p:cNvSpPr>
          <p:nvPr/>
        </p:nvSpPr>
        <p:spPr>
          <a:xfrm>
            <a:off x="2209800" y="2476500"/>
            <a:ext cx="2400300" cy="742950"/>
          </a:xfrm>
          <a:prstGeom prst="rect">
            <a:avLst/>
          </a:prstGeom>
          <a:noFill/>
          <a:ln w="11430">
            <a:solidFill>
              <a:srgbClr val="4D7C2F"/>
            </a:solidFill>
            <a:prstDash val="solid"/>
          </a:ln>
        </p:spPr>
      </p:sp>
      <p:sp>
        <p:nvSpPr>
          <p:cNvPr id="14" name="">
            <a:extLst>
              <a:ext uri="{FF2B5EF4-FFF2-40B4-BE49-F238E27FC236}">
                <ns2:creationId id="{226B869D-DFD8-4F62-B155-ADB48CAB5562}"/>
              </a:ext>
            </a:extLst>
          </p:cNvPr>
          <p:cNvSpPr>
            <a:spLocks noGrp="1"/>
          </p:cNvSpPr>
          <p:nvPr/>
        </p:nvSpPr>
        <p:spPr>
          <a:xfrm>
            <a:off x="2209800" y="2476500"/>
            <a:ext cx="2400300" cy="266700"/>
          </a:xfrm>
          <a:prstGeom prst="roundRect">
            <a:avLst>
              <a:gd name="adj" fmla="val 0"/>
            </a:avLst>
          </a:prstGeom>
          <a:solidFill>
            <a:srgbClr val="E4F0DD"/>
          </a:solidFill>
          <a:ln w="11430">
            <a:solidFill>
              <a:srgbClr val="4D7C2F"/>
            </a:solidFill>
            <a:prstDash val="solid"/>
          </a:ln>
        </p:spPr>
        <p:txBody>
          <a:bodyPr lIns="114300" tIns="76200" rIns="114300" bIns="76200" anchor="ctr">
            <a:normAutofit fontScale="58962"/>
          </a:bodyPr>
          <a:lstStyle/>
          <a:p>
            <a:pPr algn="ctr">
              <a:lnSpc>
                <a:spcPct val="106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어댑터 1</a:t>
            </a:r>
          </a:p>
        </p:txBody>
      </p:sp>
      <p:sp>
        <p:nvSpPr>
          <p:cNvPr id="15" name="">
            <a:extLst>
              <a:ext uri="{FF2B5EF4-FFF2-40B4-BE49-F238E27FC236}">
                <ns2:creationId id="{B015A3DB-D978-4546-AD55-8CC8158655E1}"/>
              </a:ext>
            </a:extLst>
          </p:cNvPr>
          <p:cNvSpPr>
            <a:spLocks noGrp="1"/>
          </p:cNvSpPr>
          <p:nvPr/>
        </p:nvSpPr>
        <p:spPr>
          <a:xfrm>
            <a:off x="2362200" y="2857500"/>
            <a:ext cx="876300" cy="247650"/>
          </a:xfrm>
          <a:prstGeom prst="roundRect">
            <a:avLst>
              <a:gd name="adj" fmla="val 26923"/>
            </a:avLst>
          </a:prstGeom>
          <a:solidFill>
            <a:srgbClr val="EAF2E4"/>
          </a:solidFill>
          <a:ln w="11430">
            <a:solidFill>
              <a:srgbClr val="4D7C2F"/>
            </a:solidFill>
            <a:prstDash val="solid"/>
          </a:ln>
        </p:spPr>
        <p:txBody>
          <a:bodyPr lIns="38100" tIns="19050" rIns="38100" bIns="19050" anchor="ctr">
            <a:normAutofit fontScale="88787"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Core SDK</a:t>
            </a:r>
          </a:p>
        </p:txBody>
      </p:sp>
      <p:sp>
        <p:nvSpPr>
          <p:cNvPr id="16" name="">
            <a:extLst>
              <a:ext uri="{FF2B5EF4-FFF2-40B4-BE49-F238E27FC236}">
                <ns2:creationId id="{C7261A99-C75F-40BA-894F-585CF0C24B23}"/>
              </a:ext>
            </a:extLst>
          </p:cNvPr>
          <p:cNvSpPr>
            <a:spLocks noGrp="1"/>
          </p:cNvSpPr>
          <p:nvPr/>
        </p:nvSpPr>
        <p:spPr>
          <a:xfrm>
            <a:off x="3371850" y="2857500"/>
            <a:ext cx="1066800" cy="247650"/>
          </a:xfrm>
          <a:prstGeom prst="roundRect">
            <a:avLst>
              <a:gd name="adj" fmla="val 26923"/>
            </a:avLst>
          </a:prstGeom>
          <a:solidFill>
            <a:srgbClr val="E4F0DD"/>
          </a:solidFill>
          <a:ln w="11430">
            <a:solidFill>
              <a:srgbClr val="4D7C2F"/>
            </a:solidFill>
            <a:prstDash val="solid"/>
          </a:ln>
        </p:spPr>
        <p:txBody>
          <a:bodyPr lIns="38100" tIns="19050" rIns="38100" bIns="19050" anchor="ctr">
            <a:normAutofit fontScale="88787"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IDS 정규화</a:t>
            </a:r>
          </a:p>
        </p:txBody>
      </p:sp>
      <p:sp>
        <p:nvSpPr>
          <p:cNvPr id="17" name="">
            <a:extLst>
              <a:ext uri="{FF2B5EF4-FFF2-40B4-BE49-F238E27FC236}">
                <ns2:creationId id="{69F6043E-B2ED-4C1D-B36C-8D65F93FAD00}"/>
              </a:ext>
            </a:extLst>
          </p:cNvPr>
          <p:cNvSpPr>
            <a:spLocks noGrp="1"/>
          </p:cNvSpPr>
          <p:nvPr/>
        </p:nvSpPr>
        <p:spPr>
          <a:xfrm>
            <a:off x="2209800" y="3505200"/>
            <a:ext cx="2400300" cy="742950"/>
          </a:xfrm>
          <a:prstGeom prst="rect">
            <a:avLst/>
          </a:prstGeom>
          <a:noFill/>
          <a:ln w="11430">
            <a:solidFill>
              <a:srgbClr val="4D7C2F"/>
            </a:solidFill>
            <a:prstDash val="solid"/>
          </a:ln>
        </p:spPr>
      </p:sp>
      <p:sp>
        <p:nvSpPr>
          <p:cNvPr id="18" name="">
            <a:extLst>
              <a:ext uri="{FF2B5EF4-FFF2-40B4-BE49-F238E27FC236}">
                <ns2:creationId id="{11811ADF-C0C6-41D4-9C7D-D1D934B9155B}"/>
              </a:ext>
            </a:extLst>
          </p:cNvPr>
          <p:cNvSpPr>
            <a:spLocks noGrp="1"/>
          </p:cNvSpPr>
          <p:nvPr/>
        </p:nvSpPr>
        <p:spPr>
          <a:xfrm>
            <a:off x="2209800" y="3505200"/>
            <a:ext cx="2400300" cy="266700"/>
          </a:xfrm>
          <a:prstGeom prst="roundRect">
            <a:avLst>
              <a:gd name="adj" fmla="val 0"/>
            </a:avLst>
          </a:prstGeom>
          <a:solidFill>
            <a:srgbClr val="E4F0DD"/>
          </a:solidFill>
          <a:ln w="11430">
            <a:solidFill>
              <a:srgbClr val="4D7C2F"/>
            </a:solidFill>
            <a:prstDash val="solid"/>
          </a:ln>
        </p:spPr>
        <p:txBody>
          <a:bodyPr lIns="114300" tIns="76200" rIns="114300" bIns="76200" anchor="ctr">
            <a:normAutofit fontScale="58962"/>
          </a:bodyPr>
          <a:lstStyle/>
          <a:p>
            <a:pPr algn="ctr">
              <a:lnSpc>
                <a:spcPct val="106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어댑터 2</a:t>
            </a:r>
          </a:p>
        </p:txBody>
      </p:sp>
      <p:sp>
        <p:nvSpPr>
          <p:cNvPr id="19" name="">
            <a:extLst>
              <a:ext uri="{FF2B5EF4-FFF2-40B4-BE49-F238E27FC236}">
                <ns2:creationId id="{DED3AF27-95CC-4C81-9A34-1856D74C7A6B}"/>
              </a:ext>
            </a:extLst>
          </p:cNvPr>
          <p:cNvSpPr>
            <a:spLocks noGrp="1"/>
          </p:cNvSpPr>
          <p:nvPr/>
        </p:nvSpPr>
        <p:spPr>
          <a:xfrm>
            <a:off x="2362200" y="3886200"/>
            <a:ext cx="876300" cy="247650"/>
          </a:xfrm>
          <a:prstGeom prst="roundRect">
            <a:avLst>
              <a:gd name="adj" fmla="val 26923"/>
            </a:avLst>
          </a:prstGeom>
          <a:solidFill>
            <a:srgbClr val="EAF2E4"/>
          </a:solidFill>
          <a:ln w="11430">
            <a:solidFill>
              <a:srgbClr val="4D7C2F"/>
            </a:solidFill>
            <a:prstDash val="solid"/>
          </a:ln>
        </p:spPr>
        <p:txBody>
          <a:bodyPr lIns="38100" tIns="19050" rIns="38100" bIns="19050" anchor="ctr">
            <a:normAutofit fontScale="88787"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Core SDK</a:t>
            </a:r>
          </a:p>
        </p:txBody>
      </p:sp>
      <p:sp>
        <p:nvSpPr>
          <p:cNvPr id="20" name="">
            <a:extLst>
              <a:ext uri="{FF2B5EF4-FFF2-40B4-BE49-F238E27FC236}">
                <ns2:creationId id="{28A130D2-7B5E-471C-8A02-594EA918BA22}"/>
              </a:ext>
            </a:extLst>
          </p:cNvPr>
          <p:cNvSpPr>
            <a:spLocks noGrp="1"/>
          </p:cNvSpPr>
          <p:nvPr/>
        </p:nvSpPr>
        <p:spPr>
          <a:xfrm>
            <a:off x="3371850" y="3886200"/>
            <a:ext cx="1066800" cy="247650"/>
          </a:xfrm>
          <a:prstGeom prst="roundRect">
            <a:avLst>
              <a:gd name="adj" fmla="val 26923"/>
            </a:avLst>
          </a:prstGeom>
          <a:solidFill>
            <a:srgbClr val="E4F0DD"/>
          </a:solidFill>
          <a:ln w="11430">
            <a:solidFill>
              <a:srgbClr val="4D7C2F"/>
            </a:solidFill>
            <a:prstDash val="solid"/>
          </a:ln>
        </p:spPr>
        <p:txBody>
          <a:bodyPr lIns="38100" tIns="19050" rIns="38100" bIns="19050" anchor="ctr">
            <a:normAutofit fontScale="88787"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DPA 정규화</a:t>
            </a:r>
          </a:p>
        </p:txBody>
      </p:sp>
      <p:sp>
        <p:nvSpPr>
          <p:cNvPr id="21" name="">
            <a:extLst>
              <a:ext uri="{FF2B5EF4-FFF2-40B4-BE49-F238E27FC236}">
                <ns2:creationId id="{4F17C854-4DF4-4B07-8F32-7A6ADD5B4209}"/>
              </a:ext>
            </a:extLst>
          </p:cNvPr>
          <p:cNvSpPr>
            <a:spLocks noGrp="1"/>
          </p:cNvSpPr>
          <p:nvPr/>
        </p:nvSpPr>
        <p:spPr>
          <a:xfrm>
            <a:off x="2209800" y="4533900"/>
            <a:ext cx="2400300" cy="742950"/>
          </a:xfrm>
          <a:prstGeom prst="rect">
            <a:avLst/>
          </a:prstGeom>
          <a:noFill/>
          <a:ln w="11430">
            <a:solidFill>
              <a:srgbClr val="4D7C2F"/>
            </a:solidFill>
            <a:prstDash val="solid"/>
          </a:ln>
        </p:spPr>
      </p:sp>
      <p:sp>
        <p:nvSpPr>
          <p:cNvPr id="22" name="">
            <a:extLst>
              <a:ext uri="{FF2B5EF4-FFF2-40B4-BE49-F238E27FC236}">
                <ns2:creationId id="{E7BC80B8-C791-40B6-8D41-859042171C18}"/>
              </a:ext>
            </a:extLst>
          </p:cNvPr>
          <p:cNvSpPr>
            <a:spLocks noGrp="1"/>
          </p:cNvSpPr>
          <p:nvPr/>
        </p:nvSpPr>
        <p:spPr>
          <a:xfrm>
            <a:off x="2209800" y="4533900"/>
            <a:ext cx="2400300" cy="266700"/>
          </a:xfrm>
          <a:prstGeom prst="roundRect">
            <a:avLst>
              <a:gd name="adj" fmla="val 0"/>
            </a:avLst>
          </a:prstGeom>
          <a:solidFill>
            <a:srgbClr val="E4F0DD"/>
          </a:solidFill>
          <a:ln w="11430">
            <a:solidFill>
              <a:srgbClr val="4D7C2F"/>
            </a:solidFill>
            <a:prstDash val="solid"/>
          </a:ln>
        </p:spPr>
        <p:txBody>
          <a:bodyPr lIns="114300" tIns="76200" rIns="114300" bIns="76200" anchor="ctr">
            <a:normAutofit fontScale="58962"/>
          </a:bodyPr>
          <a:lstStyle/>
          <a:p>
            <a:pPr algn="ctr">
              <a:lnSpc>
                <a:spcPct val="106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어댑터 3</a:t>
            </a:r>
          </a:p>
        </p:txBody>
      </p:sp>
      <p:sp>
        <p:nvSpPr>
          <p:cNvPr id="23" name="">
            <a:extLst>
              <a:ext uri="{FF2B5EF4-FFF2-40B4-BE49-F238E27FC236}">
                <ns2:creationId id="{0F6EEDE0-5590-4A43-AE73-B57F9BF9DEE8}"/>
              </a:ext>
            </a:extLst>
          </p:cNvPr>
          <p:cNvSpPr>
            <a:spLocks noGrp="1"/>
          </p:cNvSpPr>
          <p:nvPr/>
        </p:nvSpPr>
        <p:spPr>
          <a:xfrm>
            <a:off x="2362200" y="4914900"/>
            <a:ext cx="876300" cy="247650"/>
          </a:xfrm>
          <a:prstGeom prst="roundRect">
            <a:avLst>
              <a:gd name="adj" fmla="val 26923"/>
            </a:avLst>
          </a:prstGeom>
          <a:solidFill>
            <a:srgbClr val="EAF2E4"/>
          </a:solidFill>
          <a:ln w="11430">
            <a:solidFill>
              <a:srgbClr val="4D7C2F"/>
            </a:solidFill>
            <a:prstDash val="solid"/>
          </a:ln>
        </p:spPr>
        <p:txBody>
          <a:bodyPr lIns="38100" tIns="19050" rIns="38100" bIns="19050" anchor="ctr">
            <a:normAutofit fontScale="88787"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Core SDK</a:t>
            </a:r>
          </a:p>
        </p:txBody>
      </p:sp>
      <p:sp>
        <p:nvSpPr>
          <p:cNvPr id="24" name="">
            <a:extLst>
              <a:ext uri="{FF2B5EF4-FFF2-40B4-BE49-F238E27FC236}">
                <ns2:creationId id="{E5608948-2CA0-4ACD-AFC0-74D9C32B36D4}"/>
              </a:ext>
            </a:extLst>
          </p:cNvPr>
          <p:cNvSpPr>
            <a:spLocks noGrp="1"/>
          </p:cNvSpPr>
          <p:nvPr/>
        </p:nvSpPr>
        <p:spPr>
          <a:xfrm>
            <a:off x="3371850" y="4914900"/>
            <a:ext cx="1066800" cy="247650"/>
          </a:xfrm>
          <a:prstGeom prst="roundRect">
            <a:avLst>
              <a:gd name="adj" fmla="val 26923"/>
            </a:avLst>
          </a:prstGeom>
          <a:solidFill>
            <a:srgbClr val="E4F0DD"/>
          </a:solidFill>
          <a:ln w="11430">
            <a:solidFill>
              <a:srgbClr val="4D7C2F"/>
            </a:solidFill>
            <a:prstDash val="solid"/>
          </a:ln>
        </p:spPr>
        <p:txBody>
          <a:bodyPr lIns="38100" tIns="19050" rIns="38100" bIns="19050" anchor="ctr">
            <a:normAutofit fontScale="88787"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Sub 정규화</a:t>
            </a:r>
          </a:p>
        </p:txBody>
      </p:sp>
      <p:cxnSp>
        <p:nvCxnSpPr>
          <p:cNvPr id="81" name=""/>
          <p:cNvCxnSpPr>
            <a:stCxn id="10" idx="3"/>
            <a:endCxn id="15" idx="1"/>
          </p:cNvCxnSpPr>
          <p:nvPr/>
        </p:nvCxnSpPr>
        <p:spPr>
          <a:xfrm>
            <a:off x="1733550" y="2952750"/>
            <a:ext cx="628650" cy="28575"/>
          </a:xfrm>
          <a:prstGeom prst="straightConnector1">
            <a:avLst/>
          </a:prstGeom>
          <a:ln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82" name=""/>
          <p:cNvCxnSpPr>
            <a:stCxn id="15" idx="3"/>
            <a:endCxn id="16" idx="1"/>
          </p:cNvCxnSpPr>
          <p:nvPr/>
        </p:nvCxnSpPr>
        <p:spPr>
          <a:xfrm>
            <a:off x="3238500" y="2981325"/>
            <a:ext cx="133350" cy="0"/>
          </a:xfrm>
          <a:prstGeom prst="straightConnector1">
            <a:avLst/>
          </a:prstGeom>
          <a:ln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83" name=""/>
          <p:cNvCxnSpPr>
            <a:stCxn id="11" idx="3"/>
            <a:endCxn id="19" idx="1"/>
          </p:cNvCxnSpPr>
          <p:nvPr/>
        </p:nvCxnSpPr>
        <p:spPr>
          <a:xfrm>
            <a:off x="1733550" y="3981450"/>
            <a:ext cx="628650" cy="28575"/>
          </a:xfrm>
          <a:prstGeom prst="straightConnector1">
            <a:avLst/>
          </a:prstGeom>
          <a:ln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84" name=""/>
          <p:cNvCxnSpPr>
            <a:stCxn id="19" idx="3"/>
            <a:endCxn id="20" idx="1"/>
          </p:cNvCxnSpPr>
          <p:nvPr/>
        </p:nvCxnSpPr>
        <p:spPr>
          <a:xfrm>
            <a:off x="3238500" y="4010025"/>
            <a:ext cx="133350" cy="0"/>
          </a:xfrm>
          <a:prstGeom prst="straightConnector1">
            <a:avLst/>
          </a:prstGeom>
          <a:ln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85" name=""/>
          <p:cNvCxnSpPr>
            <a:stCxn id="12" idx="3"/>
            <a:endCxn id="23" idx="1"/>
          </p:cNvCxnSpPr>
          <p:nvPr/>
        </p:nvCxnSpPr>
        <p:spPr>
          <a:xfrm>
            <a:off x="1733550" y="5010150"/>
            <a:ext cx="628650" cy="28575"/>
          </a:xfrm>
          <a:prstGeom prst="straightConnector1">
            <a:avLst/>
          </a:prstGeom>
          <a:ln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86" name=""/>
          <p:cNvCxnSpPr>
            <a:stCxn id="23" idx="3"/>
            <a:endCxn id="24" idx="1"/>
          </p:cNvCxnSpPr>
          <p:nvPr/>
        </p:nvCxnSpPr>
        <p:spPr>
          <a:xfrm>
            <a:off x="3238500" y="5038725"/>
            <a:ext cx="133350" cy="0"/>
          </a:xfrm>
          <a:prstGeom prst="straightConnector1">
            <a:avLst/>
          </a:prstGeom>
          <a:ln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31" name="">
            <a:extLst>
              <a:ext uri="{FF2B5EF4-FFF2-40B4-BE49-F238E27FC236}">
                <ns2:creationId id="{7EEEFB97-8C34-49A9-ADCD-365B965474E4}"/>
              </a:ext>
            </a:extLst>
          </p:cNvPr>
          <p:cNvSpPr>
            <a:spLocks noGrp="1"/>
          </p:cNvSpPr>
          <p:nvPr/>
        </p:nvSpPr>
        <p:spPr>
          <a:xfrm>
            <a:off x="5124450" y="3143250"/>
            <a:ext cx="2305050" cy="1657350"/>
          </a:xfrm>
          <a:prstGeom prst="rect">
            <a:avLst/>
          </a:prstGeom>
          <a:noFill/>
          <a:ln w="11430">
            <a:solidFill>
              <a:srgbClr val="4D7C2F"/>
            </a:solidFill>
            <a:prstDash val="solid"/>
          </a:ln>
        </p:spPr>
      </p:sp>
      <p:sp>
        <p:nvSpPr>
          <p:cNvPr id="32" name="">
            <a:extLst>
              <a:ext uri="{FF2B5EF4-FFF2-40B4-BE49-F238E27FC236}">
                <ns2:creationId id="{A64F6C36-092C-479F-9E76-C4601F389E2E}"/>
              </a:ext>
            </a:extLst>
          </p:cNvPr>
          <p:cNvSpPr>
            <a:spLocks noGrp="1"/>
          </p:cNvSpPr>
          <p:nvPr/>
        </p:nvSpPr>
        <p:spPr>
          <a:xfrm>
            <a:off x="5124450" y="3143250"/>
            <a:ext cx="2305050" cy="323850"/>
          </a:xfrm>
          <a:prstGeom prst="roundRect">
            <a:avLst>
              <a:gd name="adj" fmla="val 0"/>
            </a:avLst>
          </a:prstGeom>
          <a:solidFill>
            <a:srgbClr val="E4F0DD"/>
          </a:solidFill>
          <a:ln w="11430">
            <a:solidFill>
              <a:srgbClr val="4D7C2F"/>
            </a:solidFill>
            <a:prstDash val="solid"/>
          </a:ln>
        </p:spPr>
        <p:txBody>
          <a:bodyPr lIns="114300" tIns="76200" rIns="114300" bIns="76200" anchor="ctr">
            <a:normAutofit fontScale="83241"/>
          </a:bodyPr>
          <a:lstStyle/>
          <a:p>
            <a:pPr algn="ctr">
              <a:lnSpc>
                <a:spcPct val="106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통합 계층</a:t>
            </a:r>
          </a:p>
        </p:txBody>
      </p:sp>
      <p:sp>
        <p:nvSpPr>
          <p:cNvPr id="33" name="">
            <a:extLst>
              <a:ext uri="{FF2B5EF4-FFF2-40B4-BE49-F238E27FC236}">
                <ns2:creationId id="{F9191A6C-A2F2-4342-9012-EEE3E69AF5F1}"/>
              </a:ext>
            </a:extLst>
          </p:cNvPr>
          <p:cNvSpPr>
            <a:spLocks noGrp="1"/>
          </p:cNvSpPr>
          <p:nvPr/>
        </p:nvSpPr>
        <p:spPr>
          <a:xfrm>
            <a:off x="5372100" y="3638550"/>
            <a:ext cx="1809750" cy="476250"/>
          </a:xfrm>
          <a:prstGeom prst="roundRect">
            <a:avLst>
              <a:gd name="adj" fmla="val 14000"/>
            </a:avLst>
          </a:prstGeom>
          <a:solidFill>
            <a:srgbClr val="E4F0DD"/>
          </a:solidFill>
          <a:ln w="11430">
            <a:solidFill>
              <a:srgbClr val="4D7C2F"/>
            </a:solidFill>
            <a:prstDash val="solid"/>
          </a:ln>
        </p:spPr>
        <p:txBody>
          <a:bodyPr lIns="76200" tIns="57150" rIns="76200" bIns="57150" anchor="ctr">
            <a:normAutofit fontScale="84076"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출력 빌더</a:t>
            </a:r>
          </a:p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Outcome / 요청</a:t>
            </a:r>
          </a:p>
        </p:txBody>
      </p:sp>
      <p:sp>
        <p:nvSpPr>
          <p:cNvPr id="34" name="">
            <a:extLst>
              <a:ext uri="{FF2B5EF4-FFF2-40B4-BE49-F238E27FC236}">
                <ns2:creationId id="{636AF546-6EB8-4247-994D-DEC37421EE66}"/>
              </a:ext>
            </a:extLst>
          </p:cNvPr>
          <p:cNvSpPr>
            <a:spLocks noGrp="1"/>
          </p:cNvSpPr>
          <p:nvPr/>
        </p:nvSpPr>
        <p:spPr>
          <a:xfrm>
            <a:off x="5372100" y="4229100"/>
            <a:ext cx="1809750" cy="400050"/>
          </a:xfrm>
          <a:prstGeom prst="roundRect">
            <a:avLst>
              <a:gd name="adj" fmla="val 16667"/>
            </a:avLst>
          </a:prstGeom>
          <a:solidFill>
            <a:srgbClr val="F0E1CF"/>
          </a:solidFill>
          <a:ln w="11430">
            <a:solidFill>
              <a:srgbClr val="875214"/>
            </a:solidFill>
            <a:prstDash val="solid"/>
          </a:ln>
        </p:spPr>
        <p:txBody>
          <a:bodyPr lIns="76200" tIns="57150" rIns="76200" bIns="57150" anchor="ctr">
            <a:normAutofit fontScale="64235"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공유 Vault</a:t>
            </a:r>
          </a:p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실행 시 PII 조회 지점</a:t>
            </a:r>
          </a:p>
        </p:txBody>
      </p:sp>
      <p:cxnSp>
        <p:nvCxnSpPr>
          <p:cNvPr id="91" name=""/>
          <p:cNvCxnSpPr>
            <a:stCxn id="16" idx="3"/>
            <a:endCxn id="33" idx="1"/>
          </p:cNvCxnSpPr>
          <p:nvPr/>
        </p:nvCxnSpPr>
        <p:spPr>
          <a:xfrm>
            <a:off x="4438650" y="2981325"/>
            <a:ext cx="933450" cy="895350"/>
          </a:xfrm>
          <a:prstGeom prst="bentConnector3">
            <a:avLst>
              <a:gd name="adj1" fmla="val 50000"/>
            </a:avLst>
          </a:prstGeom>
          <a:ln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92" name=""/>
          <p:cNvCxnSpPr>
            <a:stCxn id="20" idx="3"/>
            <a:endCxn id="33" idx="1"/>
          </p:cNvCxnSpPr>
          <p:nvPr/>
        </p:nvCxnSpPr>
        <p:spPr>
          <a:xfrm flipV="1">
            <a:off x="4438650" y="3876675"/>
            <a:ext cx="933450" cy="133350"/>
          </a:xfrm>
          <a:prstGeom prst="straightConnector1">
            <a:avLst/>
          </a:prstGeom>
          <a:ln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93" name=""/>
          <p:cNvCxnSpPr>
            <a:stCxn id="24" idx="3"/>
            <a:endCxn id="33" idx="1"/>
          </p:cNvCxnSpPr>
          <p:nvPr/>
        </p:nvCxnSpPr>
        <p:spPr>
          <a:xfrm flipV="1">
            <a:off x="4438650" y="3876675"/>
            <a:ext cx="933450" cy="1162050"/>
          </a:xfrm>
          <a:prstGeom prst="bentConnector3">
            <a:avLst>
              <a:gd name="adj1" fmla="val 50000"/>
            </a:avLst>
          </a:prstGeom>
          <a:ln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94" name=""/>
          <p:cNvCxnSpPr>
            <a:stCxn id="33" idx="2"/>
            <a:endCxn id="34" idx="0"/>
          </p:cNvCxnSpPr>
          <p:nvPr/>
        </p:nvCxnSpPr>
        <p:spPr>
          <a:xfrm>
            <a:off x="6276975" y="4114800"/>
            <a:ext cx="0" cy="114300"/>
          </a:xfrm>
          <a:prstGeom prst="straightConnector1">
            <a:avLst/>
          </a:prstGeom>
          <a:ln w="15240">
            <a:solidFill>
              <a:srgbClr val="555555"/>
            </a:solidFill>
            <a:prstDash val="dash"/>
            <a:headEnd type="none" w="med" len="med"/>
            <a:tailEnd type="arrow" w="sm" len="sm"/>
          </a:ln>
        </p:spPr>
      </p:cxnSp>
      <p:sp>
        <p:nvSpPr>
          <p:cNvPr id="39" name="">
            <a:extLst>
              <a:ext uri="{FF2B5EF4-FFF2-40B4-BE49-F238E27FC236}">
                <ns2:creationId id="{09C081B9-6F62-401B-B036-BD00CDDCC218}"/>
              </a:ext>
            </a:extLst>
          </p:cNvPr>
          <p:cNvSpPr>
            <a:spLocks noGrp="1"/>
          </p:cNvSpPr>
          <p:nvPr/>
        </p:nvSpPr>
        <p:spPr>
          <a:xfrm>
            <a:off x="7886700" y="2133600"/>
            <a:ext cx="1847850" cy="1581150"/>
          </a:xfrm>
          <a:prstGeom prst="rect">
            <a:avLst/>
          </a:prstGeom>
          <a:noFill/>
          <a:ln w="11430">
            <a:solidFill>
              <a:srgbClr val="8A5A00"/>
            </a:solidFill>
            <a:prstDash val="solid"/>
          </a:ln>
        </p:spPr>
      </p:sp>
      <p:sp>
        <p:nvSpPr>
          <p:cNvPr id="40" name="">
            <a:extLst>
              <a:ext uri="{FF2B5EF4-FFF2-40B4-BE49-F238E27FC236}">
                <ns2:creationId id="{AEE1F53C-FD4E-4701-A49F-988A3BBD8EF8}"/>
              </a:ext>
            </a:extLst>
          </p:cNvPr>
          <p:cNvSpPr>
            <a:spLocks noGrp="1"/>
          </p:cNvSpPr>
          <p:nvPr/>
        </p:nvSpPr>
        <p:spPr>
          <a:xfrm>
            <a:off x="7886700" y="2133600"/>
            <a:ext cx="1847850" cy="323850"/>
          </a:xfrm>
          <a:prstGeom prst="roundRect">
            <a:avLst>
              <a:gd name="adj" fmla="val 0"/>
            </a:avLst>
          </a:prstGeom>
          <a:solidFill>
            <a:srgbClr val="F2E5C4"/>
          </a:solidFill>
          <a:ln w="11430">
            <a:solidFill>
              <a:srgbClr val="8A5A00"/>
            </a:solidFill>
            <a:prstDash val="solid"/>
          </a:ln>
        </p:spPr>
        <p:txBody>
          <a:bodyPr lIns="114300" tIns="76200" rIns="114300" bIns="76200" anchor="ctr">
            <a:normAutofit fontScale="83241"/>
          </a:bodyPr>
          <a:lstStyle/>
          <a:p>
            <a:pPr algn="ctr">
              <a:lnSpc>
                <a:spcPct val="106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Meta Agent</a:t>
            </a:r>
          </a:p>
        </p:txBody>
      </p:sp>
      <p:sp>
        <p:nvSpPr>
          <p:cNvPr id="41" name="">
            <a:extLst>
              <a:ext uri="{FF2B5EF4-FFF2-40B4-BE49-F238E27FC236}">
                <ns2:creationId id="{45FCAB4F-198F-4104-9CA0-4748A8A86750}"/>
              </a:ext>
            </a:extLst>
          </p:cNvPr>
          <p:cNvSpPr>
            <a:spLocks noGrp="1"/>
          </p:cNvSpPr>
          <p:nvPr/>
        </p:nvSpPr>
        <p:spPr>
          <a:xfrm>
            <a:off x="8096250" y="2628900"/>
            <a:ext cx="1428750" cy="381000"/>
          </a:xfrm>
          <a:prstGeom prst="roundRect">
            <a:avLst>
              <a:gd name="adj" fmla="val 17500"/>
            </a:avLst>
          </a:prstGeom>
          <a:solidFill>
            <a:srgbClr val="F2E5C4"/>
          </a:solidFill>
          <a:ln w="11430">
            <a:solidFill>
              <a:srgbClr val="8A5A00"/>
            </a:solidFill>
            <a:prstDash val="solid"/>
          </a:ln>
        </p:spPr>
        <p:txBody>
          <a:bodyPr lIns="76200" tIns="57150" rIns="76200" bIns="57150" anchor="ctr">
            <a:normAutofit fontScale="100000"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ufun
선호/유보값</a:t>
            </a:r>
          </a:p>
        </p:txBody>
      </p:sp>
      <p:sp>
        <p:nvSpPr>
          <p:cNvPr id="42" name="">
            <a:extLst>
              <a:ext uri="{FF2B5EF4-FFF2-40B4-BE49-F238E27FC236}">
                <ns2:creationId id="{2C7EA09C-20F4-47F1-BA12-F4000D45EDD2}"/>
              </a:ext>
            </a:extLst>
          </p:cNvPr>
          <p:cNvSpPr>
            <a:spLocks noGrp="1"/>
          </p:cNvSpPr>
          <p:nvPr/>
        </p:nvSpPr>
        <p:spPr>
          <a:xfrm>
            <a:off x="8096250" y="3143250"/>
            <a:ext cx="1428750" cy="438150"/>
          </a:xfrm>
          <a:prstGeom prst="roundRect">
            <a:avLst>
              <a:gd name="adj" fmla="val 15217"/>
            </a:avLst>
          </a:prstGeom>
          <a:solidFill>
            <a:srgbClr val="F4E7C0"/>
          </a:solidFill>
          <a:ln w="11430">
            <a:solidFill>
              <a:srgbClr val="8A5A00"/>
            </a:solidFill>
            <a:prstDash val="solid"/>
          </a:ln>
        </p:spPr>
        <p:txBody>
          <a:bodyPr lIns="76200" tIns="57150" rIns="76200" bIns="57150" anchor="ctr">
            <a:normAutofit fontScale="74156"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협상 엔진</a:t>
            </a:r>
          </a:p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NegMAS</a:t>
            </a:r>
          </a:p>
        </p:txBody>
      </p:sp>
      <p:sp>
        <p:nvSpPr>
          <p:cNvPr id="43" name="">
            <a:extLst>
              <a:ext uri="{FF2B5EF4-FFF2-40B4-BE49-F238E27FC236}">
                <ns2:creationId id="{640DA1BB-BF5B-45B4-8DFE-42BC6698059A}"/>
              </a:ext>
            </a:extLst>
          </p:cNvPr>
          <p:cNvSpPr>
            <a:spLocks noGrp="1"/>
          </p:cNvSpPr>
          <p:nvPr/>
        </p:nvSpPr>
        <p:spPr>
          <a:xfrm>
            <a:off x="7886700" y="4019550"/>
            <a:ext cx="1847850" cy="514350"/>
          </a:xfrm>
          <a:prstGeom prst="roundRect">
            <a:avLst>
              <a:gd name="adj" fmla="val 12963"/>
            </a:avLst>
          </a:prstGeom>
          <a:solidFill>
            <a:srgbClr val="E6EEF8"/>
          </a:solidFill>
          <a:ln w="11430">
            <a:solidFill>
              <a:srgbClr val="426A9A"/>
            </a:solidFill>
            <a:prstDash val="solid"/>
          </a:ln>
        </p:spPr>
        <p:txBody>
          <a:bodyPr lIns="76200" tIns="57150" rIns="76200" bIns="57150" anchor="ctr">
            <a:normAutofit fontScale="93997"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Orchestrator</a:t>
            </a:r>
          </a:p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계획 작성</a:t>
            </a:r>
          </a:p>
        </p:txBody>
      </p:sp>
      <p:sp>
        <p:nvSpPr>
          <p:cNvPr id="44" name="">
            <a:extLst>
              <a:ext uri="{FF2B5EF4-FFF2-40B4-BE49-F238E27FC236}">
                <ns2:creationId id="{CE9F0D20-11E2-4B18-8FD0-83265AE1AFA2}"/>
              </a:ext>
            </a:extLst>
          </p:cNvPr>
          <p:cNvSpPr>
            <a:spLocks noGrp="1"/>
          </p:cNvSpPr>
          <p:nvPr/>
        </p:nvSpPr>
        <p:spPr>
          <a:xfrm>
            <a:off x="7886700" y="4972050"/>
            <a:ext cx="1847850" cy="514350"/>
          </a:xfrm>
          <a:prstGeom prst="roundRect">
            <a:avLst>
              <a:gd name="adj" fmla="val 12963"/>
            </a:avLst>
          </a:prstGeom>
          <a:solidFill>
            <a:srgbClr val="E6EEF8"/>
          </a:solidFill>
          <a:ln w="11430">
            <a:solidFill>
              <a:srgbClr val="426A9A"/>
            </a:solidFill>
            <a:prstDash val="solid"/>
          </a:ln>
        </p:spPr>
        <p:txBody>
          <a:bodyPr lIns="76200" tIns="57150" rIns="76200" bIns="57150" anchor="ctr">
            <a:normAutofit fontScale="93997"/>
          </a:bodyPr>
          <a:lstStyle/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Sub-Agent</a:t>
            </a:r>
          </a:p>
          <a:p>
            <a:pPr algn="ctr">
              <a:lnSpc>
                <a:spcPct val="105000"/>
              </a:lnSpc>
              <a:buNone/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실행 / 조회</a:t>
            </a:r>
          </a:p>
        </p:txBody>
      </p:sp>
      <p:cxnSp>
        <p:nvCxnSpPr>
          <p:cNvPr id="101" name=""/>
          <p:cNvCxnSpPr>
            <a:stCxn id="33" idx="3"/>
            <a:endCxn id="41" idx="1"/>
          </p:cNvCxnSpPr>
          <p:nvPr/>
        </p:nvCxnSpPr>
        <p:spPr>
          <a:xfrm flipV="1">
            <a:off x="7181850" y="2819400"/>
            <a:ext cx="914400" cy="1057275"/>
          </a:xfrm>
          <a:prstGeom prst="bentConnector3">
            <a:avLst>
              <a:gd name="adj1" fmla="val 50000"/>
            </a:avLst>
          </a:prstGeom>
          <a:ln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102" name=""/>
          <p:cNvCxnSpPr>
            <a:stCxn id="33" idx="3"/>
            <a:endCxn id="42" idx="1"/>
          </p:cNvCxnSpPr>
          <p:nvPr/>
        </p:nvCxnSpPr>
        <p:spPr>
          <a:xfrm flipV="1">
            <a:off x="7181850" y="3362325"/>
            <a:ext cx="914400" cy="514350"/>
          </a:xfrm>
          <a:prstGeom prst="bentConnector3">
            <a:avLst>
              <a:gd name="adj1" fmla="val 50000"/>
            </a:avLst>
          </a:prstGeom>
          <a:ln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103" name=""/>
          <p:cNvCxnSpPr>
            <a:stCxn id="33" idx="3"/>
            <a:endCxn id="43" idx="1"/>
          </p:cNvCxnSpPr>
          <p:nvPr/>
        </p:nvCxnSpPr>
        <p:spPr>
          <a:xfrm>
            <a:off x="7181850" y="3876675"/>
            <a:ext cx="704850" cy="400050"/>
          </a:xfrm>
          <a:prstGeom prst="straightConnector1">
            <a:avLst/>
          </a:prstGeom>
          <a:ln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104" name=""/>
          <p:cNvCxnSpPr>
            <a:stCxn id="43" idx="2"/>
            <a:endCxn id="44" idx="0"/>
          </p:cNvCxnSpPr>
          <p:nvPr/>
        </p:nvCxnSpPr>
        <p:spPr>
          <a:xfrm>
            <a:off x="8810625" y="4533900"/>
            <a:ext cx="0" cy="438150"/>
          </a:xfrm>
          <a:prstGeom prst="straightConnector1">
            <a:avLst/>
          </a:prstGeom>
          <a:ln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49" name="">
            <a:extLst>
              <a:ext uri="{FF2B5EF4-FFF2-40B4-BE49-F238E27FC236}">
                <ns2:creationId id="{DF927AE7-2665-4C77-861C-5CC6002C5D77}"/>
              </a:ext>
            </a:extLst>
          </p:cNvPr>
          <p:cNvSpPr>
            <a:spLocks noGrp="1"/>
          </p:cNvSpPr>
          <p:nvPr/>
        </p:nvSpPr>
        <p:spPr>
          <a:xfrm>
            <a:off x="10325100" y="3143250"/>
            <a:ext cx="1466850" cy="514350"/>
          </a:xfrm>
          <a:prstGeom prst="roundRect">
            <a:avLst>
              <a:gd name="adj" fmla="val 12963"/>
            </a:avLst>
          </a:prstGeom>
          <a:solidFill>
            <a:srgbClr val="EFE7F4"/>
          </a:solidFill>
          <a:ln w="11430">
            <a:solidFill>
              <a:srgbClr val="7B5B8E"/>
            </a:solidFill>
            <a:prstDash val="solid"/>
          </a:ln>
        </p:spPr>
        <p:txBody>
          <a:bodyPr lIns="76200" tIns="57150" rIns="76200" bIns="57150" anchor="ctr">
            <a:normAutofit fontScale="100000"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상대 PPA</a:t>
            </a:r>
          </a:p>
        </p:txBody>
      </p:sp>
      <p:sp>
        <p:nvSpPr>
          <p:cNvPr id="50" name="">
            <a:extLst>
              <a:ext uri="{FF2B5EF4-FFF2-40B4-BE49-F238E27FC236}">
                <ns2:creationId id="{D69C0780-0C18-41DD-8AFA-6F114FEC3638}"/>
              </a:ext>
            </a:extLst>
          </p:cNvPr>
          <p:cNvSpPr>
            <a:spLocks noGrp="1"/>
          </p:cNvSpPr>
          <p:nvPr/>
        </p:nvSpPr>
        <p:spPr>
          <a:xfrm>
            <a:off x="10325100" y="4019550"/>
            <a:ext cx="1466850" cy="514350"/>
          </a:xfrm>
          <a:prstGeom prst="roundRect">
            <a:avLst>
              <a:gd name="adj" fmla="val 12963"/>
            </a:avLst>
          </a:prstGeom>
          <a:solidFill>
            <a:srgbClr val="EFE7F4"/>
          </a:solidFill>
          <a:ln w="11430">
            <a:solidFill>
              <a:srgbClr val="7B5B8E"/>
            </a:solidFill>
            <a:prstDash val="solid"/>
          </a:ln>
        </p:spPr>
        <p:txBody>
          <a:bodyPr lIns="76200" tIns="57150" rIns="76200" bIns="57150" anchor="ctr">
            <a:normAutofit fontScale="100000"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Cloud LLM</a:t>
            </a:r>
          </a:p>
        </p:txBody>
      </p:sp>
      <p:sp>
        <p:nvSpPr>
          <p:cNvPr id="51" name="">
            <a:extLst>
              <a:ext uri="{FF2B5EF4-FFF2-40B4-BE49-F238E27FC236}">
                <ns2:creationId id="{FD865A1A-AA44-40CB-8CD3-CE2714B03A7C}"/>
              </a:ext>
            </a:extLst>
          </p:cNvPr>
          <p:cNvSpPr>
            <a:spLocks noGrp="1"/>
          </p:cNvSpPr>
          <p:nvPr/>
        </p:nvSpPr>
        <p:spPr>
          <a:xfrm>
            <a:off x="10325100" y="4972050"/>
            <a:ext cx="1466850" cy="514350"/>
          </a:xfrm>
          <a:prstGeom prst="roundRect">
            <a:avLst>
              <a:gd name="adj" fmla="val 12963"/>
            </a:avLst>
          </a:prstGeom>
          <a:solidFill>
            <a:srgbClr val="EFE7F4"/>
          </a:solidFill>
          <a:ln w="11430">
            <a:solidFill>
              <a:srgbClr val="7B5B8E"/>
            </a:solidFill>
            <a:prstDash val="solid"/>
          </a:ln>
        </p:spPr>
        <p:txBody>
          <a:bodyPr lIns="76200" tIns="57150" rIns="76200" bIns="57150" anchor="ctr">
            <a:normAutofit fontScale="100000"/>
          </a:bodyPr>
          <a:lstStyle/>
          <a:p>
            <a:pPr algn="ctr">
              <a:lnSpc>
                <a:spcPct val="105000"/>
              </a:lnSpc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외부 서비스 API</a:t>
            </a:r>
          </a:p>
        </p:txBody>
      </p:sp>
      <p:cxnSp>
        <p:nvCxnSpPr>
          <p:cNvPr id="108" name=""/>
          <p:cNvCxnSpPr>
            <a:stCxn id="42" idx="3"/>
            <a:endCxn id="49" idx="1"/>
          </p:cNvCxnSpPr>
          <p:nvPr/>
        </p:nvCxnSpPr>
        <p:spPr>
          <a:xfrm>
            <a:off x="9525000" y="3362325"/>
            <a:ext cx="800100" cy="38100"/>
          </a:xfrm>
          <a:prstGeom prst="straightConnector1">
            <a:avLst/>
          </a:prstGeom>
          <a:ln w="15240">
            <a:solidFill>
              <a:srgbClr val="00000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109" name=""/>
          <p:cNvCxnSpPr>
            <a:stCxn id="43" idx="3"/>
            <a:endCxn id="50" idx="1"/>
          </p:cNvCxnSpPr>
          <p:nvPr/>
        </p:nvCxnSpPr>
        <p:spPr>
          <a:xfrm>
            <a:off x="9734550" y="4276725"/>
            <a:ext cx="590550" cy="0"/>
          </a:xfrm>
          <a:prstGeom prst="straightConnector1">
            <a:avLst/>
          </a:prstGeom>
          <a:ln w="15240">
            <a:solidFill>
              <a:srgbClr val="555555"/>
            </a:solidFill>
            <a:prstDash val="dash"/>
            <a:headEnd type="none" w="med" len="med"/>
            <a:tailEnd type="arrow" w="sm" len="sm"/>
          </a:ln>
        </p:spPr>
      </p:cxnSp>
      <p:cxnSp>
        <p:nvCxnSpPr>
          <p:cNvPr id="110" name=""/>
          <p:cNvCxnSpPr>
            <a:stCxn id="44" idx="3"/>
            <a:endCxn id="51" idx="1"/>
          </p:cNvCxnSpPr>
          <p:nvPr/>
        </p:nvCxnSpPr>
        <p:spPr>
          <a:xfrm>
            <a:off x="9734550" y="5229225"/>
            <a:ext cx="590550" cy="0"/>
          </a:xfrm>
          <a:prstGeom prst="straightConnector1">
            <a:avLst/>
          </a:prstGeom>
          <a:ln w="15240">
            <a:solidFill>
              <a:srgbClr val="555555"/>
            </a:solidFill>
            <a:prstDash val="dash"/>
            <a:headEnd type="none" w="med" len="med"/>
            <a:tailEnd type="arrow" w="sm" len="sm"/>
          </a:ln>
        </p:spPr>
      </p:cxnSp>
      <p:sp>
        <p:nvSpPr>
          <p:cNvPr id="55" name="">
            <a:extLst>
              <a:ext uri="{FF2B5EF4-FFF2-40B4-BE49-F238E27FC236}">
                <ns2:creationId id="{0DBE2E4B-8E9B-4B59-95EE-59A41BE41389}"/>
              </a:ext>
            </a:extLst>
          </p:cNvPr>
          <p:cNvSpPr>
            <a:spLocks noGrp="1"/>
          </p:cNvSpPr>
          <p:nvPr/>
        </p:nvSpPr>
        <p:spPr>
          <a:xfrm>
            <a:off x="2781300" y="5448300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100000"/>
          </a:bodyPr>
          <a:lstStyle/>
          <a:p>
            <a:pPr algn="ctr">
              <a:lnSpc>
                <a:spcPct val="112000"/>
              </a:lnSpc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통제된 분산</a:t>
            </a:r>
          </a:p>
        </p:txBody>
      </p:sp>
      <p:sp>
        <p:nvSpPr>
          <p:cNvPr id="56" name="">
            <a:extLst>
              <a:ext uri="{FF2B5EF4-FFF2-40B4-BE49-F238E27FC236}">
                <ns2:creationId id="{5AB2D358-6370-4BEE-A69B-9CED26BA4735}"/>
              </a:ext>
            </a:extLst>
          </p:cNvPr>
          <p:cNvSpPr>
            <a:spLocks noGrp="1"/>
          </p:cNvSpPr>
          <p:nvPr/>
        </p:nvSpPr>
        <p:spPr>
          <a:xfrm>
            <a:off x="2057400" y="5715000"/>
            <a:ext cx="7848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100000"/>
          </a:bodyPr>
          <a:lstStyle/>
          <a:p>
            <a:pPr algn="ctr">
              <a:lnSpc>
                <a:spcPct val="112000"/>
              </a:lnSpc>
              <a:buNone/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각 출처가 즉시 안전형으로 변환해 내부 체류 구간을 줄이지만, SDK 버전과 통합 계층 관리가 필요하다.</a:t>
            </a:r>
          </a:p>
        </p:txBody>
      </p:sp>
    </p:spTree>
    <p:extLst>
      <p:ext uri="{BB962C8B-B14F-4D97-AF65-F5344CB8AC3E}">
        <ns3:creationId val="5069353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2026-06-27T23:55:30.8870000Z</dcterms:created>
  <dcterms:modified xsi:type="dcterms:W3CDTF">2026-06-27T23:55:30.8870000Z</dcterms:modified>
</coreProperties>
</file>
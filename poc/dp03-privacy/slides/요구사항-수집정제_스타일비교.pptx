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사항 수집 · 정제 과정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이해관계자 요구를 설계 입력(Architecture Driver)으로 수렴시키는 과정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382512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소개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61504" y="292608"/>
            <a:ext cx="1078992" cy="365760"/>
          </a:xfrm>
          <a:prstGeom prst="chevron">
            <a:avLst/>
          </a:prstGeom>
          <a:solidFill>
            <a:srgbClr val="2E9BD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40496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19488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구현·검증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365760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201168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417320"/>
            <a:ext cx="365760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분석 및 정제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201168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417320"/>
            <a:ext cx="365760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Driver 도출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" y="2075688"/>
            <a:ext cx="332841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주요 Stakeholder 의견 청취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User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 Framework Developer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/ Privacy 담당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AI/ML Engineer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보안 담당자 · Project Leader</a:t>
            </a:r>
            <a:endParaRPr lang="en-US" sz="125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요구사항 수집 방법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 · 주차별 팀 미팅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시나리오 워크숍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Stakeholder 인터뷰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 주도 설계 리뷰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Issues · VOC 정리 세션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16552" y="2075688"/>
            <a:ext cx="332841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요구사항 분석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분류 (기능 / 비기능 / 제약)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요구사항 통합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범위 정의</a:t>
            </a:r>
            <a:endParaRPr lang="en-US" sz="125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요구사항 정제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도출 (FR-01~06)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제약사항 도출 (C-01)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시나리오 명세 (QAS 16종, ISO/IEC 25010)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· Domain Model 분석</a:t>
            </a:r>
            <a:endParaRPr lang="en-US" sz="1250" dirty="0"/>
          </a:p>
          <a:p>
            <a:pPr algn="ctr" indent="0" marL="0">
              <a:spcBef>
                <a:spcPts val="1200"/>
              </a:spcBef>
              <a:buNone/>
            </a:pPr>
            <a:r>
              <a:rPr lang="en-US" sz="1050" i="1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요구사항 ↔ FR / 품질속성 / 제약 매핑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57032" y="2048256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기능 요구 사항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7032" y="2340864"/>
          <a:ext cx="3328416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761488"/>
              </a:tblGrid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요구사항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0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Negotiation 수행 (1:1·다자간)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디스커버리·인증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직접 개입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합의안 후속 실행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위임 정책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상황 처리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257032" y="3785616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품질 속성</a:t>
            </a:r>
            <a:endParaRPr lang="en-US" sz="12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7032" y="4078224"/>
          <a:ext cx="3328416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761488"/>
              </a:tblGrid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속성 (ASR)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0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Negotiation 정상 완료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Negotiation 지연 시간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결함 감내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최소 공개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On-device 자원 효율성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8257032" y="5340096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제약 사항</a:t>
            </a:r>
            <a:endParaRPr lang="en-US" sz="125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7032" y="5632704"/>
          <a:ext cx="3328416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761488"/>
              </a:tblGrid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0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상대방 기기 동일 MAF 탑재 전제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사항 수집 · 정제 과정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이해관계자 요구를 설계 입력(Architecture Driver)으로 수렴시키는 과정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382512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소개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61504" y="292608"/>
            <a:ext cx="1078992" cy="365760"/>
          </a:xfrm>
          <a:prstGeom prst="chevron">
            <a:avLst/>
          </a:prstGeom>
          <a:solidFill>
            <a:srgbClr val="2E9BD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40496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19488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구현·검증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609344"/>
            <a:ext cx="4343400" cy="822960"/>
          </a:xfrm>
          <a:prstGeom prst="rightArrow">
            <a:avLst/>
          </a:prstGeom>
          <a:solidFill>
            <a:srgbClr val="8A9198"/>
          </a:solidFill>
          <a:ln/>
        </p:spPr>
        <p:txBody>
          <a:bodyPr wrap="square" lIns="0" tIns="0" rIns="96520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160520" y="1499616"/>
            <a:ext cx="4526280" cy="822960"/>
          </a:xfrm>
          <a:prstGeom prst="rightArrow">
            <a:avLst/>
          </a:prstGeom>
          <a:solidFill>
            <a:srgbClr val="5AA6B2"/>
          </a:solidFill>
          <a:ln/>
        </p:spPr>
        <p:txBody>
          <a:bodyPr wrap="square" lIns="0" tIns="0" rIns="100584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분석 및 정제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18120" y="1389888"/>
            <a:ext cx="3794760" cy="822960"/>
          </a:xfrm>
          <a:prstGeom prst="rightArrow">
            <a:avLst/>
          </a:prstGeom>
          <a:solidFill>
            <a:srgbClr val="2C9CB0"/>
          </a:solidFill>
          <a:ln/>
        </p:spPr>
        <p:txBody>
          <a:bodyPr wrap="square" lIns="0" tIns="0" rIns="84328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Driver 도출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3566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주요 Stakeholder 의견 청취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User · Architect · MAF Developer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Security/Privacy · AI/ML Engineer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보안 담당자 · Project Leader</a:t>
            </a:r>
            <a:endParaRPr lang="en-US" sz="125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요구사항 수집 방법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 · 주차별 팀 미팅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시나리오 워크숍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Stakeholder 인터뷰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리뷰 · GitHub Issues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06240" y="2487168"/>
            <a:ext cx="3566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요구사항 분석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분류 (비즈니스 &amp; 기술)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요구사항 통합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범위 정의</a:t>
            </a:r>
            <a:endParaRPr lang="en-US" sz="125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요구사항 정제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도출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제약사항 도출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시나리오 명세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· Domain Model 분석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55280" y="239572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기능 / 품질 / 제약 분류</a:t>
            </a:r>
            <a:endParaRPr lang="en-US" sz="125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Utility Tree 기반 ASR 우선순위화 (상위 5)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3145536"/>
          <a:ext cx="379476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3136392"/>
              </a:tblGrid>
              <a:tr h="20482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Functional Requirements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5BD6"/>
                    </a:solidFill>
                  </a:tcPr>
                </a:tc>
                <a:tc hMerge="1">
                  <a:tcPr/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Negotiation 수행 (1:1·다자간)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디스커버리·인증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D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직접 개입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합의안 후속 실행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D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위임 정책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상황 처리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D"/>
                    </a:solidFill>
                  </a:tcPr>
                </a:tc>
              </a:tr>
              <a:tr h="20482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Quality Attributes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6C7"/>
                    </a:solidFill>
                  </a:tcPr>
                </a:tc>
                <a:tc hMerge="1">
                  <a:tcPr/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3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Negotiation 정상 완료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3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Negotiation 지연 시간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3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결함 감내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3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최소 공개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3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On-device 자원 효율성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20482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Constraints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B93B"/>
                    </a:solidFill>
                  </a:tcPr>
                </a:tc>
                <a:tc hMerge="1">
                  <a:tcPr/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6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상대방 기기 동일 MAF 탑재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요구사항 수집·정제 과정 (스타일 비교)</dc:title>
  <dc:subject>PptxGenJS Presentation</dc:subject>
  <dc:creator>architect-teamproject</dc:creator>
  <cp:lastModifiedBy>architect-teamproject</cp:lastModifiedBy>
  <cp:revision>1</cp:revision>
  <dcterms:created xsi:type="dcterms:W3CDTF">2026-07-01T08:19:32Z</dcterms:created>
  <dcterms:modified xsi:type="dcterms:W3CDTF">2026-07-01T08:19:32Z</dcterms:modified>
</cp:coreProperties>
</file>
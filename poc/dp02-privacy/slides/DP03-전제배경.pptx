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DP03 · 개인정보 처리 게이트웨이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전제 · 배경 (모놀리식·연합형 공통 전제)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‘설계타임 배제 + 프라이버시 게이트웨이’를 채택한 뒤, 게이트웨이 패러다임(모놀리식 / 연합형)을 정한다.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665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5024" y="20665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</a:rPr>
              <a:t>상위 불변식 (채택)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59536" y="2596896"/>
            <a:ext cx="48371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신뢰경계 = 온디바이스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외부로는 구조화 메시지만 (자유 텍스트 없음)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사유·PII·원본은 탐지가 아니라 배제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066544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58584" y="20665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</a:rPr>
              <a:t>NegMAS로 고정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83096" y="2596896"/>
            <a:ext cx="48371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A2A 협상 = NegMAS (SAO · 교대 제안)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OutcomeSpace는 협상 중 고정 (세션 전 합의)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ufun(선호·유보값)은 단말 내 비공개·미전송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오퍼는 와이어 중간 필터 불가 → 입력에서 안전 OutcomeSpace 구성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46227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5024" y="446227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</a:rPr>
              <a:t>Cloud Orchestrator로 고정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9536" y="4992624"/>
            <a:ext cx="48371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Orchestrator(온디바이스)가 외부 Cloud LLM 호출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㉠ 출구가 반복 (초기 + 재계획)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구조화 계획 요청만 전송 (계획서는 Cloud가 작성)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Cloud LLM 배치·사용 범위는 별도 DP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245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4462272"/>
            <a:ext cx="420624" cy="42062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58584" y="446227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</a:rPr>
              <a:t>기타 고정 결정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483096" y="4992624"/>
            <a:ext cx="48371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자유 텍스트 미전송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역추론 대응은 본 DP 범위 밖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knowledge_sharing 제외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DP03 전제·배경</dc:title>
  <dc:subject>PptxGenJS Presentation</dc:subject>
  <dc:creator>PptxGenJS</dc:creator>
  <cp:lastModifiedBy>PptxGenJS</cp:lastModifiedBy>
  <cp:revision>1</cp:revision>
  <dcterms:created xsi:type="dcterms:W3CDTF">2026-06-27T01:40:28Z</dcterms:created>
  <dcterms:modified xsi:type="dcterms:W3CDTF">2026-06-27T01:40:28Z</dcterms:modified>
</cp:coreProperties>
</file>
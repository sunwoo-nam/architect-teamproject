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39835D-1B66-4181-8EFA-A0DECC0B1832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181B35-6ADF-4F1F-B050-6DCC159274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2348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181B35-6ADF-4F1F-B050-6DCC15927460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1353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689C91-7837-BE70-4E87-A7353A1656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403D693-93B6-37DE-81DD-40F15136B6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0A2C41-E1D6-5511-EE07-C6CFB3852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EDC87-7F81-476D-B1B4-92845AA6C67D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C42583-4944-4617-B4FB-4FA58A07E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600F7C-AFB5-2543-F09A-0209F05B4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C1638-AE85-4F87-8B18-1FB7979D06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173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32BADE-69C1-066B-BCD8-0A9E09ABD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FB0EB3-B856-84B1-BAED-8CB5E6040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6069CD-F3C4-3A21-7E6D-69CAAC3DE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EDC87-7F81-476D-B1B4-92845AA6C67D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32CF8F-266B-9538-2D10-2A6CA6206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B4B173-906E-0D67-746D-8A31CDE2F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C1638-AE85-4F87-8B18-1FB7979D06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298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9F9AB0-1F41-1C34-3B62-17E18F288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5DA383-350B-FCCC-CFF8-C3BCE3163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7D746F-37E2-4947-B14E-553661520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EDC87-7F81-476D-B1B4-92845AA6C67D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8F3B75-8F90-96DC-7C6B-35954A2A3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A827DB-AC1B-3969-5BE6-ADC78926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C1638-AE85-4F87-8B18-1FB7979D06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0970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DBCFE3-1FB4-AA2B-F39E-88792E408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4C9690-FA65-DB24-7AA2-3F016318DF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E08F4CE-A735-B81A-40BF-E844395AF9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12F8B6A-984E-77AD-04B9-C8E86321F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EDC87-7F81-476D-B1B4-92845AA6C67D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2E1783-2D4A-C62D-C28E-E964C4C08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751FCBD-39F1-8B7E-E773-2D8F2B3E6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C1638-AE85-4F87-8B18-1FB7979D06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0284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CEF744-89DF-C3FE-6155-819F80B30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AED258-49D8-B6C2-2C76-944198412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B6B233-5C4E-1FC1-1E55-3BE73A9CBE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AF9C097-882C-398E-6121-7D106D217B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5FA1396-22A6-546B-B24C-59F9240C8A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91FC4FB-4BB0-E805-7525-491E28789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EDC87-7F81-476D-B1B4-92845AA6C67D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DA1D062-084A-7A70-A280-C1301E72B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653145D-BF4B-814A-9F1F-E8C7780B8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C1638-AE85-4F87-8B18-1FB7979D06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3055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1991F5-1FC7-FC81-D9F1-D20679D81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162702C-9111-C8DE-217B-682744D66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EDC87-7F81-476D-B1B4-92845AA6C67D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D716428-9978-8469-36FB-B20A64D37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2B9E45E-6C4D-0ED7-755C-EF7E24583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C1638-AE85-4F87-8B18-1FB7979D06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9179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4A4384C-BB74-42BC-3A01-2C375BD63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EDC87-7F81-476D-B1B4-92845AA6C67D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352B25B-2E8F-7B77-D5F4-90CD7626A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7B3C50-E5FA-3A17-2D77-0871252A7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C1638-AE85-4F87-8B18-1FB7979D06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2101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1DB60-053A-B609-1416-D5FA58BEB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7BBB27-7B5F-6AD0-A3D3-CCC266D53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D7D35D0-63A4-694C-23E6-C5486DC3C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1C7F5B-D4FC-470A-A27E-4C857231C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EDC87-7F81-476D-B1B4-92845AA6C67D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207C214-B482-3C8B-E9F0-7ACED0636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F2381CD-8C56-75A7-85B1-2AD6D4F9F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C1638-AE85-4F87-8B18-1FB7979D06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0227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9C9A9A-6D0A-34AA-6A89-55E33E084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1ED29E3-F45C-1E44-C1BB-10FC21267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3FA882-5335-9828-8513-0F101953CA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96F3B3-4F2F-8464-0650-F3217C82B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EDC87-7F81-476D-B1B4-92845AA6C67D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D449928-4863-50DD-19E9-758F46E4E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93FBC0-7207-EC00-4F3D-A54DF764B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C1638-AE85-4F87-8B18-1FB7979D06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0244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CCE084-B895-5473-5B72-E9B3E18A1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EC6385E-E21A-0E4B-55FE-71CBCA92D7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D443EF-D26A-3C2D-74C4-982453A64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EDC87-7F81-476D-B1B4-92845AA6C67D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4FE76A-A704-045F-4384-28D10A13D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E35009-737C-F816-5B64-F36132432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C1638-AE85-4F87-8B18-1FB7979D06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0557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32409FA-40F5-4A55-0032-6DF31249D5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D8EBAC5-8861-6C25-487E-DC16538CE0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B4ACC3-D786-0951-47EF-DA5FE5893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EDC87-7F81-476D-B1B4-92845AA6C67D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9DFC34-D765-5771-08CE-DF533DFE9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CF7D2C-C8F0-68E6-2FA0-E67F3BF10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C1638-AE85-4F87-8B18-1FB7979D06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1322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FA28C87-5F0A-637B-7B67-2C66CEB8C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C9F9CC7-CB92-EEE6-9EAC-CD5C80E655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97BF73-D681-A007-F31E-E10E225046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3EDC87-7F81-476D-B1B4-92845AA6C67D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E93B1F-6091-8154-C513-7ED0A436D5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C697D8-6217-85F0-963C-9D96F978E2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3C1638-AE85-4F87-8B18-1FB7979D06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8221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CF9B32C-D01A-ADB8-61E1-66C0C9AE82B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506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1</Words>
  <Application>Microsoft Office PowerPoint</Application>
  <PresentationFormat>와이드스크린</PresentationFormat>
  <Paragraphs>1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Sunwoo Nam</dc:creator>
  <cp:lastModifiedBy>Sunwoo Nam</cp:lastModifiedBy>
  <cp:revision>1</cp:revision>
  <dcterms:created xsi:type="dcterms:W3CDTF">2026-06-26T03:20:57Z</dcterms:created>
  <dcterms:modified xsi:type="dcterms:W3CDTF">2026-06-26T09:12:23Z</dcterms:modified>
</cp:coreProperties>
</file>
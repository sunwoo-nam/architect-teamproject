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77570"/>
            <a:ext cx="5190134" cy="5976518"/>
          </a:xfrm>
          <a:prstGeom prst="roundRect">
            <a:avLst>
              <a:gd name="adj" fmla="val 529"/>
            </a:avLst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61558" y="677570"/>
            <a:ext cx="5661965" cy="5976518"/>
          </a:xfrm>
          <a:prstGeom prst="roundRect">
            <a:avLst>
              <a:gd name="adj" fmla="val 484"/>
            </a:avLst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69894" y="205740"/>
            <a:ext cx="566196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DP03 A2A 협상 메시지 구조 비교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61211" y="795528"/>
            <a:ext cx="314553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 A: 순수 NegMAS 메시지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23176" y="795528"/>
            <a:ext cx="377464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 B: 확장 Envelope 메시지 + 제약 힌트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3466" y="1188720"/>
            <a:ext cx="4403750" cy="2830982"/>
          </a:xfrm>
          <a:prstGeom prst="roundRect">
            <a:avLst>
              <a:gd name="adj" fmla="val 969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온디바이스 신뢰경계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336792" y="1188720"/>
            <a:ext cx="4639666" cy="3184855"/>
          </a:xfrm>
          <a:prstGeom prst="roundRect">
            <a:avLst>
              <a:gd name="adj" fmla="val 861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온디바이스 신뢰경계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50062" y="1542593"/>
            <a:ext cx="1612087" cy="1690726"/>
          </a:xfrm>
          <a:prstGeom prst="roundRect">
            <a:avLst>
              <a:gd name="adj" fmla="val 1702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Gateway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33388" y="1542593"/>
            <a:ext cx="1808683" cy="2241194"/>
          </a:xfrm>
          <a:prstGeom prst="roundRect">
            <a:avLst>
              <a:gd name="adj" fmla="val 1517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Gateway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12618" y="1542593"/>
            <a:ext cx="1769364" cy="1690726"/>
          </a:xfrm>
          <a:prstGeom prst="roundRect">
            <a:avLst>
              <a:gd name="adj" fmla="val 1622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Agent / Negotiator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774582" y="1542593"/>
            <a:ext cx="1887322" cy="2241194"/>
          </a:xfrm>
          <a:prstGeom prst="roundRect">
            <a:avLst>
              <a:gd name="adj" fmla="val 145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Agent / Negotiator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7338" y="1935785"/>
            <a:ext cx="1297534" cy="471830"/>
          </a:xfrm>
          <a:prstGeom prst="roundRect">
            <a:avLst>
              <a:gd name="adj" fmla="val 5814"/>
            </a:avLst>
          </a:prstGeom>
          <a:solidFill>
            <a:srgbClr val="EFF6FF"/>
          </a:solidFill>
          <a:ln w="12700">
            <a:solidFill>
              <a:srgbClr val="60A5FA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효용함수 구성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선호·유보값 내부화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7338" y="2564892"/>
            <a:ext cx="1297534" cy="471830"/>
          </a:xfrm>
          <a:prstGeom prst="roundRect">
            <a:avLst>
              <a:gd name="adj" fmla="val 5814"/>
            </a:avLst>
          </a:prstGeom>
          <a:solidFill>
            <a:srgbClr val="EFF6FF"/>
          </a:solidFill>
          <a:ln w="12700">
            <a:solidFill>
              <a:srgbClr val="60A5FA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OutcomeSpace Builder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issue/value 구성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87852" y="1935785"/>
            <a:ext cx="1218895" cy="471830"/>
          </a:xfrm>
          <a:prstGeom prst="can">
            <a:avLst/>
          </a:prstGeom>
          <a:solidFill>
            <a:srgbClr val="FEF9C3"/>
          </a:solidFill>
          <a:ln w="12700">
            <a:solidFill>
              <a:srgbClr val="CA8A04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효용함수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단말 내부 상태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7852" y="2564892"/>
            <a:ext cx="1218895" cy="471830"/>
          </a:xfrm>
          <a:prstGeom prst="roundRect">
            <a:avLst>
              <a:gd name="adj" fmla="val 5814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NegMAS SAO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생성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729984" y="1935785"/>
            <a:ext cx="1415491" cy="432511"/>
          </a:xfrm>
          <a:prstGeom prst="roundRect">
            <a:avLst>
              <a:gd name="adj" fmla="val 6342"/>
            </a:avLst>
          </a:prstGeom>
          <a:solidFill>
            <a:srgbClr val="EFF6FF"/>
          </a:solidFill>
          <a:ln w="12700">
            <a:solidFill>
              <a:srgbClr val="60A5FA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효용함수 구성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선호·유보값 내부화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729984" y="2486254"/>
            <a:ext cx="1415491" cy="432511"/>
          </a:xfrm>
          <a:prstGeom prst="roundRect">
            <a:avLst>
              <a:gd name="adj" fmla="val 6342"/>
            </a:avLst>
          </a:prstGeom>
          <a:solidFill>
            <a:srgbClr val="EFF6FF"/>
          </a:solidFill>
          <a:ln w="12700">
            <a:solidFill>
              <a:srgbClr val="60A5FA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OutcomeSpace Builder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issue/value 구성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729984" y="3115361"/>
            <a:ext cx="1415491" cy="550469"/>
          </a:xfrm>
          <a:prstGeom prst="roundRect">
            <a:avLst>
              <a:gd name="adj" fmla="val 498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 힌트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/ Validator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축별 고정/양보 가능 최소 어휘만 허용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128455" y="1935785"/>
            <a:ext cx="1218895" cy="432511"/>
          </a:xfrm>
          <a:prstGeom prst="can">
            <a:avLst/>
          </a:prstGeom>
          <a:solidFill>
            <a:srgbClr val="FEF9C3"/>
          </a:solidFill>
          <a:ln w="12700">
            <a:solidFill>
              <a:srgbClr val="CA8A04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효용함수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단말 내부 상태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128455" y="2525573"/>
            <a:ext cx="1218895" cy="432511"/>
          </a:xfrm>
          <a:prstGeom prst="roundRect">
            <a:avLst>
              <a:gd name="adj" fmla="val 6342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NegMAS SAO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생성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128455" y="3115361"/>
            <a:ext cx="1218895" cy="471830"/>
          </a:xfrm>
          <a:prstGeom prst="roundRect">
            <a:avLst>
              <a:gd name="adj" fmla="val 5814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힌트 정책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상대에만 생성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595006" y="3823106"/>
            <a:ext cx="1965960" cy="432511"/>
          </a:xfrm>
          <a:prstGeom prst="roundRect">
            <a:avLst>
              <a:gd name="adj" fmla="val 6342"/>
            </a:avLst>
          </a:prstGeom>
          <a:solidFill>
            <a:srgbClr val="E0E7FF"/>
          </a:solidFill>
          <a:ln w="12700">
            <a:solidFill>
              <a:srgbClr val="4F46E5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여부 확인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힌트 어휘·스키마 버전 일치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336792" y="4884725"/>
            <a:ext cx="1022299" cy="747065"/>
          </a:xfrm>
          <a:prstGeom prst="roundRect">
            <a:avLst>
              <a:gd name="adj" fmla="val 3672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미지원 상대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순수 NegMAS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736446" y="4412894"/>
            <a:ext cx="2123237" cy="1061618"/>
          </a:xfrm>
          <a:prstGeom prst="roundRect">
            <a:avLst>
              <a:gd name="adj" fmla="val 2584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메시지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54403" y="4664354"/>
            <a:ext cx="1887322" cy="330098"/>
          </a:xfrm>
          <a:prstGeom prst="roundRect">
            <a:avLst>
              <a:gd name="adj" fmla="val 8310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NegMAS 본문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+ accept/reject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854403" y="5057546"/>
            <a:ext cx="1887322" cy="314554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 힌트 블록 없음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634326" y="4727448"/>
            <a:ext cx="2595067" cy="1179576"/>
          </a:xfrm>
          <a:prstGeom prst="roundRect">
            <a:avLst>
              <a:gd name="adj" fmla="val 232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Envelope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52283" y="4994453"/>
            <a:ext cx="2359152" cy="330098"/>
          </a:xfrm>
          <a:prstGeom prst="roundRect">
            <a:avLst>
              <a:gd name="adj" fmla="val 8310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NegMAS 본문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+ accept/reject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752283" y="5387645"/>
            <a:ext cx="2359152" cy="408737"/>
          </a:xfrm>
          <a:prstGeom prst="roundRect">
            <a:avLst>
              <a:gd name="adj" fmla="val 6711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 힌트 블록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축별 고정 / 양보 가능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134917" y="4570171"/>
            <a:ext cx="1061618" cy="786384"/>
          </a:xfrm>
          <a:prstGeom prst="roundRect">
            <a:avLst>
              <a:gd name="adj" fmla="val 3488"/>
            </a:avLst>
          </a:prstGeom>
          <a:solidFill>
            <a:srgbClr val="F3E8FF"/>
          </a:solidFill>
          <a:ln w="12700">
            <a:solidFill>
              <a:srgbClr val="9333EA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 PPA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NegMAS Handler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0425989" y="4884725"/>
            <a:ext cx="1100938" cy="904342"/>
          </a:xfrm>
          <a:prstGeom prst="roundRect">
            <a:avLst>
              <a:gd name="adj" fmla="val 3033"/>
            </a:avLst>
          </a:prstGeom>
          <a:solidFill>
            <a:srgbClr val="F3E8FF"/>
          </a:solidFill>
          <a:ln w="12700">
            <a:solidFill>
              <a:srgbClr val="9333EA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 PPA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NegMAS Handler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힌트 소비 (지원 시)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 정렬에만 반영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50062" y="5671109"/>
            <a:ext cx="4246474" cy="550469"/>
          </a:xfrm>
          <a:prstGeom prst="roundRect">
            <a:avLst>
              <a:gd name="adj" fmla="val 4983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전송 정보: offer와 accept/reject로 제한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선호·유보값·양보 가능성은 효용함수 내부에 유지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533388" y="6064301"/>
            <a:ext cx="4796942" cy="432511"/>
          </a:xfrm>
          <a:prstGeom prst="roundRect">
            <a:avLst>
              <a:gd name="adj" fmla="val 6342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 wrap="square" lIns="19050" tIns="19050" rIns="19050" bIns="1905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책임: 힌트 생성·검증, 지원 여부 협상, fallback, 힌트 이력 복구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위험: 고정/양보 축이라는 선호 정보의 외부 공개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404872" y="2800807"/>
            <a:ext cx="982980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2484425" y="2718511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OutcomeSpace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404872" y="2171700"/>
            <a:ext cx="982980" cy="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2484425" y="20894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효용함수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993185" y="3036722"/>
            <a:ext cx="-1195121" cy="1376172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2984602" y="364297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859682" y="4939589"/>
            <a:ext cx="275234" cy="23774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3586277" y="48691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NegMAS 메시지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145475" y="2698394"/>
            <a:ext cx="982980" cy="39319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8225942" y="2636215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OutcomeSpace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145475" y="2147926"/>
            <a:ext cx="982980" cy="0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8225942" y="206563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효용함수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145475" y="3390595"/>
            <a:ext cx="982980" cy="-39319"/>
          </a:xfrm>
          <a:prstGeom prst="line">
            <a:avLst/>
          </a:prstGeom>
          <a:noFill/>
          <a:ln w="15875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8225942" y="3289097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힌트 후보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9733788" y="2958084"/>
            <a:ext cx="-1155802" cy="865022"/>
          </a:xfrm>
          <a:prstGeom prst="line">
            <a:avLst/>
          </a:prstGeom>
          <a:noFill/>
          <a:ln w="15875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8744407" y="3308299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8577986" y="4255618"/>
            <a:ext cx="353873" cy="471830"/>
          </a:xfrm>
          <a:prstGeom prst="line">
            <a:avLst/>
          </a:prstGeom>
          <a:noFill/>
          <a:ln w="15875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8343900" y="4409237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힌트 지원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595006" y="4035247"/>
            <a:ext cx="-235915" cy="1218895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  <a:headEnd type="none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7065569" y="456285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미지원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229393" y="5317236"/>
            <a:ext cx="196596" cy="15545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9916668" y="524317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메시지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2026-07-04T08:43:35Z</dcterms:created>
  <dcterms:modified xsi:type="dcterms:W3CDTF">2026-07-04T08:43:35Z</dcterms:modified>
</cp:coreProperties>
</file>
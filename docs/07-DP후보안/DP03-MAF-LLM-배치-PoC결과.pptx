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8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61C3C-FF7A-D037-2A1F-0AEC6AFC1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A36227-32B2-0F3E-EC0B-C3E4FB903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B4D533-6195-C813-C2AF-62D07F6EE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E548E4-58C3-F16F-B818-C152021E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44D153-7F9A-0854-4FBB-A4BD9F2B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749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61B9D-EFEC-295D-3D5E-6498388F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B3D6F7-67D5-DCE6-A1D3-CE00E818D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E9492A-4E5F-5EF9-8D43-2B902A7F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F77885-FCB2-E19F-DE56-1D828F95E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0F6038-111F-AC77-368C-2A39E0C88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899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C93C2-A189-2631-C1CC-B7B93673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CE7B97-D5BE-310B-0813-2634DFAF9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1304B-0DD1-7CC9-C2A2-FE2722AC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B81CF5-82C1-F875-F0BC-42976AC1B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FF2362-54E2-2242-9FCA-0A62358B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356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5809E-C10E-5F83-BB5B-43CDDA5B2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28B8D-CB8E-434E-E8D9-EB5193B9E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314F44-0928-900D-EFD6-2CD4E4ACD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8F8593-770F-79C0-3DC1-A257C5DF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A6A0CA-F081-90E0-09F5-090A32313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23EA69-28FD-6F06-D4B3-FFC04E239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6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01BC1-8E8E-F671-7726-ECFC032B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AED513-0C39-9DB6-6033-1CBB10127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47106F-62FE-A2DC-91FC-595AA2E48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377B47-D327-2660-5ED3-9FEAE5E69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D88D41-2024-7479-DD82-62F140771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D3C6ED4-C766-4A43-9710-734741647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F8A16E-C878-910B-C3E7-35AF65E2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076784F-C83E-6AAF-F02A-4A9377837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12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CA339E-9580-0DE6-B246-6CFCE2872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D0F4E0-8CD9-5C80-1189-42A07DACC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AB9669-548B-904A-9B51-794DACE2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B3DA61-4A1A-F871-A880-6DEAD48E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1C4D8C-6A75-A074-E099-2460520F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49B44F-5805-0462-3366-07F60C09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712B00-5EE5-4A35-94CC-911998BF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36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A00588-1666-1FC2-ACA0-2254F8C8E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F254A3-DD4E-75D6-2469-B7134B112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DD19ED-1443-CE01-BB53-85FCA966F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A52A17-F3B6-8944-91BD-FED79EF6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EDE052-8DBB-902C-904C-3336CB75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5E97DB-9BE4-78D7-1B3E-3A2BD8EAA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2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EA189-1449-477C-B420-16FB0B906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AF323A-28B4-AE77-7BA9-EBA639051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BC55E6-31E6-2705-9B3B-20BA234EB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E83520-548E-5FAB-13E0-4AF6B6F6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45A57F-4E01-3235-81F6-B6E0361F3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75CCC3-0C84-6F43-5E28-17D235F1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32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14543-87EF-1F80-5043-507C722F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443DC9-FBE3-602C-4235-368E62E29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E06B36-4D70-D2E9-C193-565A708D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E86F9F-E8F8-91B0-7AC1-508B8A8DB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461548-1267-04D7-9556-DAD4E790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931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F35BF-BCA2-D6D2-6588-D8AD67F98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F039AE-BD4A-DCD1-BCE2-B5D36DD37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40A794-C696-ECF9-A9E6-65A84F21A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193B94-8934-0A90-D041-E83BA5A9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104D0C-86AA-A5EB-579C-E7DB8C6F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84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21791E5-85F9-2109-3346-44167C8E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FD0A2A-BE84-AC56-6B91-6FE5E2C66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545086-5B80-DBDF-291C-58F9F6D35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A3960-FD57-49B9-A34E-DAF05E1A965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3C5CE0-31B7-51D3-3523-937B89839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8CB4A-8A47-AD8C-BC03-F8C357C39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4F0D5-952A-40FC-82E6-C1B079B3D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8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B94D6B1-370F-A6D7-F34C-E10B430FE0E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8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Sunwoo Nam</dc:creator>
  <cp:lastModifiedBy>Sunwoo Nam</cp:lastModifiedBy>
  <cp:revision>1</cp:revision>
  <dcterms:created xsi:type="dcterms:W3CDTF">2026-06-25T15:15:38Z</dcterms:created>
  <dcterms:modified xsi:type="dcterms:W3CDTF">2026-06-25T15:15:38Z</dcterms:modified>
</cp:coreProperties>
</file>
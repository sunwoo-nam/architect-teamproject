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DP1 복합 의제 협상 PoC — 측정 보고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46520" y="12801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환경  </a:t>
            </a:r>
            <a:pPr algn="l" indent="0" marL="0">
              <a:buNone/>
            </a:pPr>
            <a:r>
              <a:rPr lang="en-US" sz="76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시뮬레이션(선호·달력 무작위 생성 후 봉인) · 세 방안 완전 동일 조건(같은 시나리오·난수·양보 전략, 방안만 교체) · 협상 세션 상한 60라운드 · 시간 = 통신지연(왕복 75ms)·평가·전송량 합성값 · 메모리 한도 = 128MB(협상 기능 몫 예산)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무엇을 비교했나 — 설계 3방안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37947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8346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 방식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이슈별 순차 협상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이슈(날짜·장소…)를 하나씩 차례로 협상. 합의 값을 전제로 다음 이슈 진행, 막히면 앞 이슈로 되돌아감(백트랙)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후보군 압축 협상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각자 이슈마다 선호 상위 2개 값만 남겨 조합(패키지) 후보군을 만들고, 패키지 단위로 제안 교환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 보완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배분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 + 조합 수 상한(예산 4,096개). 중요한 이슈에 후보를 더, 덜 중요한 이슈에 적게 배분 → 이슈가 늘어도 후보군이 예산 초과 안 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27066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테스트 케이스 — 500개 협상 시나리오 (2인 협상)</a:t>
            </a:r>
            <a:endParaRPr lang="en-US" sz="11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26080"/>
          <a:ext cx="37947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11480"/>
                <a:gridCol w="2514600"/>
              </a:tblGrid>
              <a:tr h="1554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구성과 용도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(합의가 정답)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355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 4~12개 · 조합 144~14.7만 개. 전체 조합 계산이 가능해 "가장 좋은 합의안" 대비 품질 채점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결렬 함정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(결렬이 정답)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모두의 최소 조건을 만족하는 후보가 없는 케이스 — 결렬해야 만점, 억지 합의는 감점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대규모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스트레스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 12~20개 · 조합 187만~7,134억 개. 정답 계산 불가 규모 — 메모리·시간만 측정</a:t>
                      </a:r>
                      <a:endParaRPr lang="en-US" sz="7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20040" y="4160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74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이슈 수 분포: 4~11개 축당 44~45건 · 12개 64건 · 14·16·18·20개 각 20건
</a:t>
            </a:r>
            <a:pPr indent="0" marL="0">
              <a:lnSpc>
                <a:spcPct val="108000"/>
              </a:lnSpc>
              <a:buNone/>
            </a:pPr>
            <a:r>
              <a:rPr lang="en-US" sz="74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케이스마다 두 참여자의 선호·일정·수락 바닥선을 무작위 생성해 봉인 — 채점기만 전체를 보고, 에이전트는 자기 정보만 받음
</a:t>
            </a:r>
            <a:pPr indent="0" marL="0">
              <a:lnSpc>
                <a:spcPct val="108000"/>
              </a:lnSpc>
              <a:buNone/>
            </a:pPr>
            <a:r>
              <a:rPr lang="en-US" sz="74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이슈별 후보 값 개수가 제각각인 현실형 — 이슈가 늘면 조합이 곱으로 폭발
</a:t>
            </a:r>
            <a:pPr indent="0" marL="0">
              <a:lnSpc>
                <a:spcPct val="108000"/>
              </a:lnSpc>
              <a:buNone/>
            </a:pPr>
            <a:r>
              <a:rPr lang="en-US" sz="74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메모리·시간 판정 지점 = 이슈 14개(20건): 무설계(전 조합 생성)가 사실상 전 케이스에서 한도 128MB를 넘는 첫 지점</a:t>
            </a:r>
            <a:endParaRPr lang="en-US" sz="740" dirty="0"/>
          </a:p>
        </p:txBody>
      </p:sp>
      <p:sp>
        <p:nvSpPr>
          <p:cNvPr id="9" name="Text 5"/>
          <p:cNvSpPr/>
          <p:nvPr/>
        </p:nvSpPr>
        <p:spPr>
          <a:xfrm>
            <a:off x="320040" y="51389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데이터 출처 — 측정 실행 4건</a:t>
            </a:r>
            <a:endParaRPr lang="en-US" sz="11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58384"/>
          <a:ext cx="3794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77240"/>
                <a:gridCol w="868680"/>
                <a:gridCol w="777240"/>
              </a:tblGrid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폴더(시각)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쓰인 곳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…0813T215301Z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500케이스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…0814T022004Z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 보완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500케이스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…0814T114929Z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메모리·시간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…0814T113754Z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 보완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메모리·시간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320040" y="616305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poc/total/results/composite-final/ 아래. 폴더마다 케이스별 원자료 cases.jsonl(합의·달성률·메모리·시간·라운드)과 요약 raw.json. 개정판 = 미끼 배치 손질판(구성 동일) · 같은 세트끼리는 케이스·난수가 같아 방안 간 비교 성립.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343400" y="749808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협상 품질 (FC) — 결과가 "최선의 합의안" 대비 몇 %인가  ·  채점 가능 400건 평균</a:t>
            </a:r>
            <a:endParaRPr lang="en-US" sz="115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005840"/>
          <a:ext cx="7543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1737360"/>
                <a:gridCol w="173736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항목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 보완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달성률 (최선 = 100%)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88.0%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결렬정답 적중 · 바닥선 위반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45/45 · 0건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45/45 · 0건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45/45 · 0건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4343400" y="1764792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2안 계열이 약 6%p 높다 — 1안은 앞 이슈를 먼저 확정하는 구조라 뒤 이슈의 좋은 조합을 막는 손실 발생. 결렬이 정답인 45건은 세 방안 모두 전부 적중, 사용자가 정한 최소 조건(바닥선) 위반 0건.</a:t>
            </a:r>
            <a:endParaRPr lang="en-US" sz="760" dirty="0"/>
          </a:p>
        </p:txBody>
      </p:sp>
      <p:sp>
        <p:nvSpPr>
          <p:cNvPr id="15" name="Text 9"/>
          <p:cNvSpPr/>
          <p:nvPr/>
        </p:nvSpPr>
        <p:spPr>
          <a:xfrm>
            <a:off x="4343400" y="2340864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메모리 (RU) — 협상 중 휴대폰 1대 최대 점유  ·  이슈 14개 구간 20건, 상위 5% 제외(P95)</a:t>
            </a:r>
            <a:endParaRPr lang="en-US" sz="115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2596896"/>
          <a:ext cx="7543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1737360"/>
                <a:gridCol w="173736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항목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 보완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점유 (한도 128MB 대비)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0.79MB (0.62%)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7.30MB (5.70%)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2.47MB (1.93%)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한도 초과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0"/>
          <p:cNvSpPr/>
          <p:nvPr/>
        </p:nvSpPr>
        <p:spPr>
          <a:xfrm>
            <a:off x="4343400" y="3355848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1안은 한 번에 이슈 하나만 다뤄 가장 가볍다. 2안은 후보군을 실제로 들고 있어 가장 무겁고 이슈 수에 따라 배로 증가 — 2안 보완은 예산제로 1/3 수준 억제. 참고: 무설계(전 조합 생성)는 이 규모에서 중앙값 약 600MB = 한도의 4.8배로 협상 성립 불가.</a:t>
            </a:r>
            <a:endParaRPr lang="en-US" sz="760" dirty="0"/>
          </a:p>
        </p:txBody>
      </p:sp>
      <p:sp>
        <p:nvSpPr>
          <p:cNvPr id="18" name="Text 11"/>
          <p:cNvSpPr/>
          <p:nvPr/>
        </p:nvSpPr>
        <p:spPr>
          <a:xfrm>
            <a:off x="4343400" y="3739896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시간 (TB) — 기준 방식 대비 협상 소요  ·  이슈 14개 구간 20건, P95</a:t>
            </a:r>
            <a:endParaRPr lang="en-US" sz="1150" dirty="0"/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3995928"/>
          <a:ext cx="7543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1737360"/>
                <a:gridCol w="173736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항목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 보완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방식 대비 시간 비율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12.4%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합성 시간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117.7초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9.0초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6.3초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</a:tr>
            </a:tbl>
          </a:graphicData>
        </a:graphic>
      </p:graphicFrame>
      <p:sp>
        <p:nvSpPr>
          <p:cNvPr id="20" name="Text 12"/>
          <p:cNvSpPr/>
          <p:nvPr/>
        </p:nvSpPr>
        <p:spPr>
          <a:xfrm>
            <a:off x="4343400" y="4754880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방식 = 전체 조합을 순위대로 하나씩 제안하는 가장 단순한 협상 — 이 규모에서 중앙값 약 25분. 2안 계열은 후보군이 각자 휴대폰 안에 있고 제안 1건씩만 교환해 이슈가 늘어도 시간이 거의 안 늘고, 1안은 이슈마다 세션을 차례로 열어 이슈 수에 비례해 증가.</a:t>
            </a:r>
            <a:endParaRPr lang="en-US" sz="760" dirty="0"/>
          </a:p>
        </p:txBody>
      </p:sp>
      <p:sp>
        <p:nvSpPr>
          <p:cNvPr id="21" name="Text 13"/>
          <p:cNvSpPr/>
          <p:nvPr/>
        </p:nvSpPr>
        <p:spPr>
          <a:xfrm>
            <a:off x="4343400" y="5138928"/>
            <a:ext cx="7543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요약 — 세 자원의 트레이드오프</a:t>
            </a:r>
            <a:endParaRPr lang="en-US" sz="1150" dirty="0"/>
          </a:p>
        </p:txBody>
      </p:sp>
      <p:graphicFrame>
        <p:nvGraphicFramePr>
          <p:cNvPr id="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5394960"/>
          <a:ext cx="7543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1737360"/>
                <a:gridCol w="173736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항목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2안 보완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협상 품질 (최선 대비)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88.0%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(한도 대비)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0.62%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5.70%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1.93%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(기준 대비)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12.4%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2.1%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B"/>
                    </a:solidFill>
                  </a:tcPr>
                </a:tc>
              </a:tr>
            </a:tbl>
          </a:graphicData>
        </a:graphic>
      </p:graphicFrame>
      <p:sp>
        <p:nvSpPr>
          <p:cNvPr id="23" name="Text 14"/>
          <p:cNvSpPr/>
          <p:nvPr/>
        </p:nvSpPr>
        <p:spPr>
          <a:xfrm>
            <a:off x="4343400" y="6336792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품질·시간은 2안 계열, 메모리는 1안 우위.  </a:t>
            </a:r>
            <a:pPr indent="0" marL="0">
              <a:buNone/>
            </a:pPr>
            <a:r>
              <a:rPr lang="en-US" sz="86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2안 보완은 2안의 품질(−0.2%p)·시간을 거의 유지하면서 메모리를 1/3로 줄여, 이슈 수 증가 시 메모리 폭발이라는 2안의 약점을 해소한다.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2026-08-22T07:06:53Z</dcterms:created>
  <dcterms:modified xsi:type="dcterms:W3CDTF">2026-08-22T07:06:53Z</dcterms:modified>
</cp:coreProperties>
</file>
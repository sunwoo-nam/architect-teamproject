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복합 의제 협상 PoC — 측정 보고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731520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3방안 비교 · 500개 시나리오 · 시뮬레이션 측정 (상세: 2쪽)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무엇을 비교했나 — 설계 3방안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37947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8346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 방식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이슈별 순차 협상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이슈(날짜·장소…)를 하나씩 차례로 협상. 합의 값을 전제로 다음 이슈 진행, 막히면 앞 이슈로 되돌아감(백트랙)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후보군 압축 협상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각자 이슈마다 선호 상위 2개 값만 남겨 조합(패키지) 후보군을 만들고, 패키지 단위로 제안 교환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배분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+ 조합 수 상한(예산 4,096개). 중요한 이슈에 후보를 더, 덜 중요한 이슈에 적게 배분 → 이슈가 늘어도 후보군이 예산 초과 안 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2706624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테스트 케이스 — 500개 협상 시나리오 (2인 협상)</a:t>
            </a:r>
            <a:endParaRPr lang="en-US" sz="11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926080"/>
          <a:ext cx="37947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411480"/>
                <a:gridCol w="251460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구성과 용도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(합의가 정답)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355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 4~12개 · 조합 144~14.7만 개. 전체 조합 계산이 가능해 "가장 좋은 합의안" 대비 품질 채점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결렬 함정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(결렬이 정답)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모두의 최소 조건을 만족하는 후보가 없는 케이스 — 결렬해야 만점, 억지 합의는 감점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대규모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스트레스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 12~20개 · 조합 187만~7,134억 개. 정답 계산 불가 규모 — 메모리·시간만 측정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20040" y="416052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이슈 수 분포: 4~11개 축당 44~45건 · 12개 64건 · 14·16·18·20개 각 20건
</a:t>
            </a:r>
            <a:pPr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케이스마다 두 참여자의 선호·일정·수락 바닥선을 무작위 생성해 봉인 — 채점기만 전체를 보고, 에이전트는 자기 정보만 받음
</a:t>
            </a:r>
            <a:pPr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이슈별 후보 값 개수가 제각각인 현실형 — 이슈가 늘면 조합이 곱으로 폭발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메모리·시간 판정 지점 = 이슈 14개(20건): 무설계(전 조합 생성)가 사실상 전 케이스에서 한도 128MB를 넘는 첫 지점</a:t>
            </a:r>
            <a:endParaRPr lang="en-US" sz="740" dirty="0"/>
          </a:p>
        </p:txBody>
      </p:sp>
      <p:sp>
        <p:nvSpPr>
          <p:cNvPr id="9" name="Text 5"/>
          <p:cNvSpPr/>
          <p:nvPr/>
        </p:nvSpPr>
        <p:spPr>
          <a:xfrm>
            <a:off x="320040" y="513892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측정 환경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20040" y="5376672"/>
            <a:ext cx="3794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공정 비교: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방안이 완전히 같은 시나리오·난수·양보 전략에서 실행 — 협상 구조만 교체. 협상 세션 상한 60라운드(안에 합의 못 하면 결렬)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시간: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합성값 — 왕복 통신 지연(LTE 기준 75ms) × 왕복 수 + 후보 평가 비용 + 전송량. 실기기 측정 전 단계의 추정으로, 방안 간 상대 비교가 목적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메모리: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협상 중 휴대폰 1대의 최대 순간 점유(선호표 등 기본 데이터 + 협상 상태). 한도 128MB = 휴대폰에서 협상 기능에 배정한 예산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도구: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시뮬레이션 하니스(Python 3.14) — 실행마다 케이스별 원자료(합의 여부·달성률·메모리·시간·라운드 수)를 그대로 보존</a:t>
            </a:r>
            <a:endParaRPr lang="en-US" sz="760" dirty="0"/>
          </a:p>
        </p:txBody>
      </p:sp>
      <p:sp>
        <p:nvSpPr>
          <p:cNvPr id="11" name="Text 7"/>
          <p:cNvSpPr/>
          <p:nvPr/>
        </p:nvSpPr>
        <p:spPr>
          <a:xfrm>
            <a:off x="4343400" y="749808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협상 품질 (FC) — 결과가 "최선의 합의안" 대비 몇 %인가  ·  채점 가능 400건 평균</a:t>
            </a:r>
            <a:endParaRPr lang="en-US" sz="115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005840"/>
          <a:ext cx="7543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1737360"/>
                <a:gridCol w="173736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항목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달성률 (최선 = 100%)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88.0%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94.1%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93.9%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결렬정답 적중 · 바닥선 위반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45/45 · 0건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45/45 · 0건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45/45 · 0건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4343400" y="1764792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2안 계열이 약 6%p 높다 — 1안은 앞 이슈를 먼저 확정하는 구조라 뒤 이슈의 좋은 조합을 막는 손실 발생. 결렬이 정답인 45건은 세 방안 모두 전부 적중, 사용자가 정한 최소 조건(바닥선) 위반 0건.</a:t>
            </a:r>
            <a:endParaRPr lang="en-US" sz="760" dirty="0"/>
          </a:p>
        </p:txBody>
      </p:sp>
      <p:sp>
        <p:nvSpPr>
          <p:cNvPr id="14" name="Text 9"/>
          <p:cNvSpPr/>
          <p:nvPr/>
        </p:nvSpPr>
        <p:spPr>
          <a:xfrm>
            <a:off x="4343400" y="2340864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메모리 (RU) — 협상 중 휴대폰 1대 최대 점유  ·  이슈 14개 구간 20건, 상위 5% 제외(P95)</a:t>
            </a:r>
            <a:endParaRPr lang="en-US" sz="115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2596896"/>
          <a:ext cx="7543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1737360"/>
                <a:gridCol w="173736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항목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점유 (한도 128MB 대비)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0.79MB (0.62%)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7.30MB (5.70%)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2.47MB (1.93%)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한도 초과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0건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0건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0건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4343400" y="3355848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1안은 한 번에 이슈 하나만 다뤄 가장 가볍다. 2안은 후보군을 실제로 들고 있어 가장 무겁고 이슈 수에 따라 배로 증가 — 2안 보완은 예산제로 1/3 수준 억제. 참고: 무설계(전 조합 생성)는 이 규모에서 중앙값 약 600MB = 한도의 4.8배로 협상 성립 불가.</a:t>
            </a:r>
            <a:endParaRPr lang="en-US" sz="760" dirty="0"/>
          </a:p>
        </p:txBody>
      </p:sp>
      <p:sp>
        <p:nvSpPr>
          <p:cNvPr id="17" name="Text 11"/>
          <p:cNvSpPr/>
          <p:nvPr/>
        </p:nvSpPr>
        <p:spPr>
          <a:xfrm>
            <a:off x="4343400" y="3739896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시간 (TB) — 기준 방식 대비 협상 소요  ·  이슈 14개 구간 20건, P95</a:t>
            </a:r>
            <a:endParaRPr lang="en-US" sz="1150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3995928"/>
          <a:ext cx="7543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1737360"/>
                <a:gridCol w="173736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항목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방식 대비 시간 비율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12.4%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합성 시간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117.7초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9.0초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6.3초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4343400" y="4754880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방식 = 전체 조합을 순위대로 하나씩 제안하는 가장 단순한 협상 — 이 규모에서 중앙값 약 25분. 2안 계열은 후보군이 각자 휴대폰 안에 있고 제안 1건씩만 교환해 이슈가 늘어도 시간이 거의 안 늘고, 1안은 이슈마다 세션을 차례로 열어 이슈 수에 비례해 증가.</a:t>
            </a:r>
            <a:endParaRPr lang="en-US" sz="760" dirty="0"/>
          </a:p>
        </p:txBody>
      </p:sp>
      <p:sp>
        <p:nvSpPr>
          <p:cNvPr id="20" name="Text 13"/>
          <p:cNvSpPr/>
          <p:nvPr/>
        </p:nvSpPr>
        <p:spPr>
          <a:xfrm>
            <a:off x="4343400" y="5138928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요약 — 세 자원의 트레이드오프</a:t>
            </a:r>
            <a:endParaRPr lang="en-US" sz="1150" dirty="0"/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5394960"/>
          <a:ext cx="7543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1737360"/>
                <a:gridCol w="173736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항목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협상 품질 (최선 대비)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88.0%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94.1%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93.9%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(한도 대비)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0.62%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5.70%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1.93%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(기준 대비)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12.4%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2.1%</a:t>
                      </a:r>
                      <a:endParaRPr lang="en-US" sz="82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B"/>
                    </a:solidFill>
                  </a:tcPr>
                </a:tc>
              </a:tr>
            </a:tbl>
          </a:graphicData>
        </a:graphic>
      </p:graphicFrame>
      <p:sp>
        <p:nvSpPr>
          <p:cNvPr id="22" name="Text 14"/>
          <p:cNvSpPr/>
          <p:nvPr/>
        </p:nvSpPr>
        <p:spPr>
          <a:xfrm>
            <a:off x="4343400" y="6336792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품질·시간은 2안 계열, 메모리는 1안 우위.  </a:t>
            </a:r>
            <a:pPr indent="0" marL="0">
              <a:buNone/>
            </a:pPr>
            <a:r>
              <a:rPr lang="en-US" sz="86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2안 보완은 2안의 품질(−0.2%p)·시간을 거의 유지하면서 메모리를 1/3로 줄여, 이슈 수 증가 시 메모리 폭발이라는 2안의 약점을 해소한다.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축별 전체 결과 — 이슈 수별 집계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680960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95% 기준(P95) · 축당 케이스 44~45건(이슈 4~11) · 64건(12) · 20건(14~20)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84048" y="7132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협상 품질 — 달성률 평균 (%, 최선 합의안 = 100)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969264"/>
          <a:ext cx="11393424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 수 →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95.1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91.5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91.9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95.4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95.2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91.7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91.7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95.9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94.2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84048" y="1810512"/>
            <a:ext cx="11393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13개 이상(—)은 조합이 너무 많아 "가장 좋은 합의안" 계산이 불가능해 품질 채점을 하지 않음. 붉은 값 = 1안이 이슈 8~10개 구간에서 하락 — 앞 이슈 결정이 뒤 이슈의 좋은 조합을 막는 경로 함정 케이스가 몰린 구간(백트랙 예산 안에서 회복 실패).</a:t>
            </a:r>
            <a:endParaRPr lang="en-US" sz="760" dirty="0"/>
          </a:p>
        </p:txBody>
      </p:sp>
      <p:sp>
        <p:nvSpPr>
          <p:cNvPr id="7" name="Text 4"/>
          <p:cNvSpPr/>
          <p:nvPr/>
        </p:nvSpPr>
        <p:spPr>
          <a:xfrm>
            <a:off x="384048" y="22860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⑨ 메모리 — 휴대폰 1대 최대 점유 (MB)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2542032"/>
          <a:ext cx="11393424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 수 →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1.77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무설계(환산)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2.2GB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29GB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353GB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4.8TB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84048" y="3575304"/>
            <a:ext cx="11393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값 = 한도 128MB 초과. 2안은 후보군(이슈당 2개의 전 조합)이 이슈 수에 따라 배로 늘어 20개에서 704MB로 폭발 — 2안 보완은 예산제로 전 구간 3MB 안팎 유지. 무설계 = 전체 조합을 다 만들어 놓는 방식의 환산치(실행이 아니라 조합 수 × 조합당 크기로 계산) — 이슈 14개부터 GB~TB로 협상 성립 불가.</a:t>
            </a:r>
            <a:endParaRPr lang="en-US" sz="760" dirty="0"/>
          </a:p>
        </p:txBody>
      </p:sp>
      <p:sp>
        <p:nvSpPr>
          <p:cNvPr id="10" name="Text 6"/>
          <p:cNvSpPr/>
          <p:nvPr/>
        </p:nvSpPr>
        <p:spPr>
          <a:xfrm>
            <a:off x="384048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시간 — 협상 소요 (초, 합성값)</a:t>
            </a:r>
            <a:endParaRPr lang="en-US" sz="12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4389120"/>
          <a:ext cx="11393424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  <a:gridCol w="795528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 수 →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23.9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117.7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86.5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2안 보완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방식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11시간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8.1시간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35시간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84048" y="5422392"/>
            <a:ext cx="11393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방식 = 전체 조합을 순위대로 하나씩 제안하는 가장 단순한 협상 — 이슈가 늘면 시간이 지수로 폭발(20개에서 11일). 2안 계열은 후보군이 각자 휴대폰 안에 있고 제안 1건씩만 교환해 이슈 수와 무관하게 9초 안팎, 1안은 이슈마다 세션을 차례로 열어 이슈 수에 비례해 증가.</a:t>
            </a:r>
            <a:endParaRPr lang="en-US" sz="760" dirty="0"/>
          </a:p>
        </p:txBody>
      </p:sp>
      <p:sp>
        <p:nvSpPr>
          <p:cNvPr id="13" name="Text 8"/>
          <p:cNvSpPr/>
          <p:nvPr/>
        </p:nvSpPr>
        <p:spPr>
          <a:xfrm>
            <a:off x="384048" y="6053328"/>
            <a:ext cx="11393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값은 해당 이슈 수 케이스들의 P95(케이스 95%가 이 값 이하 — 사실상 "나쁜 편" 케이스 기준). 품질은 500케이스 최초 세트, 메모리·시간은 개정판 세트에서 측정. 1쪽의 판정값(이슈 14개 열)과 같은 데이터다.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2026-08-22T07:29:32Z</dcterms:created>
  <dcterms:modified xsi:type="dcterms:W3CDTF">2026-08-22T07:29:32Z</dcterms:modified>
</cp:coreProperties>
</file>
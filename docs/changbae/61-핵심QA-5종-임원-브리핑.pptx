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실측 표본: composite 정본 — 방안당 12케이스(오라클 채점 10 + 대형 2) 및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75%). 관찰자가 여럿인 방안(브로드캐스트류) 비교를 위해 노출 배수 m(1:1 대비 총 노출량)을 보조 병기: 1-A 1.28 vs 방안 2 1.90. 실측 표본: nparty 정본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결함 1건 = 3인·병목 판(FX-03p-059), ρ&gt;1. 실측 표본: nparty 정본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2026-08-13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(하한 미달이 곧 요구 미달인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 (의제 순차 협상 — 개선판)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pool (후보 풀 일괄 협상)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2  0.959 ★5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1-A  0.866 ★3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단, 무작위로 골라도 평균 0.86인 판 — 1-A의 실체는 무작위와 사실상 동급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(개선율 s: 1-A 0.04 vs 방안 2 0.71)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합의 품질은 방안 2의 압승 (케이스 승패 273:15)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협상에 허용된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한도 128MB는 안드로이드 앱 힙 상한에서 유도 (상세: 발표 노트)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365"/>
                <a:gridCol w="803365"/>
                <a:gridCol w="803365"/>
                <a:gridCol w="803365"/>
                <a:gridCol w="803365"/>
                <a:gridCol w="803365"/>
                <a:gridCol w="80337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≤15%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≤45%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≤75%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75-100%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한도의 75%까지 15%p 선형 등분 — 위 25%는 동시 부하·측정 오차용 안전 여유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두 방안 모두  중앙 r = 0.9% ★5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 ·  한도 초과 0건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최악 케이스(6축·10만 조합)도 r = 42.7% ★3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977만 조합의 초대형 판에서도 r &lt; 1% — 조합 폭발이 메모리 폭발로 이어지지 않음을 실증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방안 모두 여유, 변별축 아님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75% = ★4 구간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67.9%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52.4%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수준(75%)에 근접 · 방안 2는 합의 후보가 깊은 판에서 29%까지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50인 협상도 약 3초 (1-A 2.6s · 방안 2 3.0s) — naive는 61.5초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62626"/>
                </a:solidFill>
                <a:latin typeface="맑은 고딕"/>
              </a:rPr>
              <a:t>판정(P95): 1-A 0.556 ★3 vs 방안 2 0.689 ★2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전형(중앙값)은 0.15 vs 0.17로 동급 — 갈리는 것은 느린 꼬리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방안 2: 3인 소규모 최악 구간에서 naive 근접(P95 0.954) + 즉시 결함 1건 (ρ&gt;1 — naive보다 느림)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응답성 보장은 1-A가 한 등급 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두 방안 모두  10축 통과 ★4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단, 준비된 스윕의 상한까지 전부 통과 (관측 상한 도달, censored)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— 실제 한계는 그 이상일 수 있다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1F3864"/>
                </a:solidFill>
                <a:latin typeface="맑은 고딕"/>
              </a:rPr>
              <a:t>시사점 — 두 방안 모두 실사용 상한(12축) 근접 · 12축+ 스윕 확장으로 만점 여부 확정이 후속 과제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 (결함 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자원-메모리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확장성-의제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300" b="0">
                <a:solidFill>
                  <a:srgbClr val="262626"/>
                </a:solidFill>
                <a:latin typeface="맑은 고딕"/>
              </a:rPr>
              <a:t>"정확한 방안 2 vs 빠르고 은밀한 방안 1-A"의 구조적 트레이드오프 — QA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300" b="0">
                <a:solidFill>
                  <a:srgbClr val="262626"/>
                </a:solidFill>
                <a:latin typeface="맑은 고딕"/>
              </a:rPr>
              <a:t>두 방안이 자원·확장성에서 동급으로 여유 — 변별은 다른 축(정확성·시간 참고 측정)에서 온다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
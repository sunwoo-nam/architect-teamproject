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대표 그림: 방안 2의 시간 비율 ρ 누적분포 (nparty 정본 480케이스 실측). 같은 원리가 RU(사용률 r P95)에도 적용된다. 원본: docs/changbae/figures/61/fig-p95-explain.png · 생성 plot_qa_explainers.py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fig-fc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56048"/>
            <a:ext cx="5074920" cy="17762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fig-ru-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56048"/>
            <a:ext cx="5074920" cy="17762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전 구간 0.4MB 이하로 평평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fig-cf-sec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56048"/>
            <a:ext cx="5074920" cy="17762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백트랙 반복으로 naive보다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fig-p95-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40280"/>
            <a:ext cx="6949440" cy="4246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fig-sc-expl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56048"/>
            <a:ext cx="5074920" cy="17762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
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여유 25% 차감)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노출 = 29.2%).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 (P95·최대 2케이스 병행)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별점 = P95·최대 2케이스 병행 (① 꼬리 여유 ② 최악 안전 — 단일 인용 대표는 최대) · 사다리 = [1%,100%] 로그 4등분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2304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[1%,100%] 로그 4등분 — ★5 = 실사용 최대까지 성장(약 100배) 여유 (24 §2.8 재개정 2026-08-14)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seq2  P95 0.30% ★5 · 최대 0.96% ★5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pool  P95 48.2% ★1 · 최대 3,692% ★0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최악 1.2MB·P95 0.39MB(한도의 1% 미만)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 내 선호(전체 후보에 대한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57626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0%와 전량 공개 100% 사이 20%p 등분 (경계 포함 — TB·RU와 동일 규약) · 1:1 협상 실측 노출 29.2%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노출 31.7%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48.3%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수준(29.2%)에 근접 ·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함정 백트랙(49) + 소규모 판 오버헤드(101)의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완결하는지 확인 (결렬 실행은 수용 증거로 안 셈)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8748"/>
            <a:ext cx="8778240" cy="106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후보안 노출률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2471"/>
            <a:ext cx="5669280" cy="41017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
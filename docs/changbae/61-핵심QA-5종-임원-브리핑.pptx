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별점 = [1%,100%] 로그 4등분 — ★5 = 실사용 최대까지 성장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[1%,100%] 로그 4등분 — ★5 = 실사용 최대까지 성장(약 100배) 여유 (24 §2.8 재개정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★5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P95 0.39MB·최악 1.2MB(한도의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0%와 전량 공개 100% 사이 20%p 등분 (경계 포함 — TB·RU와 동일 규약) · 1:1 협상 실측 노출 29.2%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수준(29.2%)에 근접 ·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
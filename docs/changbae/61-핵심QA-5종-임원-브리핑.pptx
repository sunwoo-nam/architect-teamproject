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사다리 근거: 20%p 등분으로 시간·기밀성과 눈금 통일 (24 §2.8 확정 — r가 자릿수로 퍼져 저사용 구간이 ★5에 모이는 트레이드오프는 원값 병기로 보완).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노출 = 29.2%).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 (P95·최대 2케이스 병행)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별점 = P95·최대 2케이스 병행 (① 꼬리 여유 ② 최악 안전 — 단일 인용 대표는 최대) · 사다리 = 20%p 등분 (시간·기밀성과 동일 눈금)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2304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20%p 등분 — 시간·기밀성 사다리와 동일 눈금 · 저사용 변별은 원값 병기 (24 §2.8 확정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seq2  P95 0.30% ★5 · 최대 0.96% ★5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pool  P95 48.2% ★3 · 최대 3,692% ★0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최악 1.2MB·P95 0.39MB(한도의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 내 선호(전체 후보에 대한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57626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0%와 전량 공개 100% 사이 20%p 등분 (경계 포함 — TB·RU와 동일 규약) · 1:1 협상 실측 노출 29.2%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노출 31.7%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48.3%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수준(29.2%)에 근접 ·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8748"/>
            <a:ext cx="8778240" cy="106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후보안 노출률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2471"/>
            <a:ext cx="5669280" cy="4101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
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여유 25% 차감)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잔여 = 70.8%).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r의 P95로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 = P95 (OOM은 꼬리 사건) · 지수 성장 도메인이라 별점은 로그 계단 — 1칸 = 10배 여유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0522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≤0.01%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로그(데케이드) 사다리 — 선형 등분은 지수 도메인에서 포화 (24 §2.8 개정 2026-08-13)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seq2  P95 0.30% ★3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pool  48.2% ★1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P95 0.39MB·최악 1.2MB(한도의 1% 미만)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뒤에도 내 선호(전체 후보에 대한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6083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100%와 전량 공개 0% 사이 20%p 등분 · 1:1 협상 실측 잔여 70.8%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68.3%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51.7%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수준(70.8%)에 근접 · 방안 2는 합의 후보가 깊은 판에서 30%까지 하락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함정 백트랙(49) + 소규모 판 오버헤드(101)의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완결하는지 확인 (결렬 실행은 수용 증거로 안 셈)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326244"/>
            <a:ext cx="8778240" cy="10741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잔여 비밀률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4360"/>
            <a:ext cx="5669280" cy="4097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1163"/>
            <a:ext cx="8778240" cy="22443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
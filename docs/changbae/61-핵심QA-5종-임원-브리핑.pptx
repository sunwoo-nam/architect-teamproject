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성능 여유)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70.8%).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지수 성장 도메인이라 별점은 로그 계단 — 1칸 = 10배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0522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로그(데케이드) 사다리 — 선형 등분은 지수 도메인에서 포화 (24 §2.8 개정 2026-08-13)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전 구간 0.4MB 이하로 평평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6083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70.8%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68.3%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51.7%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수준(70.8%)에 근접 ·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백트랙 반복으로 naive보다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완결(합의 또는 정당한 결렬)하는지 확인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193724"/>
            <a:ext cx="8778240" cy="333923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잔여 비밀률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4360"/>
            <a:ext cx="5669280" cy="4097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109635"/>
            <a:ext cx="8778240" cy="3507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
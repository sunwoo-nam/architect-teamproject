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(2026-08-14 최종: P95·최대 병행 · 로그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노출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(P95·최대 병행)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끝난 뒤 내 선호가 얼마나 노출되는가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후보안 노출률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별점 = P95·최대 2케이스 병행 — ① P95 = 95% 보장 여유 ② 최대 = 최악 안전 (OOM 크리티컬 — 단일 인용 대표. 시간 ρ는 P95 단일)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[1%,100%] 로그 4등분 — ★5(≤1%) = 실사용 최대(≈10축)까지 성장(약 100배)해도 한도 내. 1칸 = √10 ≈ 3.2배 (20%p에서 복귀)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441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 내 선호(전체 후보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무노출 0% - 전량 공개 100% 사이 20%p 등분 (경계 포함 — TB·RU와 동일 규약)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1:1 협상의 실측 노출 ≈ 29% → "★4 이상 = 일반 2인 협상 수준으로 지킨다"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3859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 — 낮을수록 좋음)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31.7%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수준(노출 29%) 근방을 지키고,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노출 48 → 8%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7.9%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택틱(P6)으로 해소 실측 완료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① r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0.30%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48.2% ★1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② r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0.96%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3,692% ★0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pool의 한도 초과(18축+)는 보완 택틱 P6로 해소 — 초과 0건 실측, 20축까지 안전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최악 1.2MB · P95 0.39MB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보완 택틱 P6 (k 비대칭 배분 — PL 채택)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축마다 같은 개수로 풀을 만들던 것을 "중요한 축에 몰아주고 예산을 지키는" 배분으로 교체 — FIN 500건 재측정: r P95 48.2% → 1.32% (37배, ★1→★4) · 최대 3,692% → 4.0% (923배, ★0→★3) · 한도 초과 11 → 0건 · 비용은 정확성 −0.002·시간 +0.010 (등급 불변)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(갱신)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pool + P6 — 16축 조건의 메모리 근거 소멸(20축까지 초과 0건). 잔여 과제는 두 케이스의 경계 직상뿐 — P95 1.32%(★5 경계)·최대 4.0%(★4 경계), 예산 상한 스윕 후속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택틱 = pool+P6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pool+P6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①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②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★3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대가는 택틱으로 통제 가능하다" — 두 DP 모두 실측으로 입증 (다자 = 방안 2+, 복합 = pool+P6)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하한(censored) — 정식 재판정 후속  ·  수치 출처: 60·62·63·66 (raw 재검산 가능)  ·  RU 사다리 = 2026-08-14 최종 로그 4등분 (★5 ≤1%)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
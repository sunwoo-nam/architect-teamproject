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</p:sldIdLst>
  <p:sldSz cx="142875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CF8"/>
    <a:srgbClr val="FF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17"/>
    <p:restoredTop sz="96154"/>
  </p:normalViewPr>
  <p:slideViewPr>
    <p:cSldViewPr snapToGrid="0" snapToObjects="1">
      <p:cViewPr>
        <p:scale>
          <a:sx n="89" d="100"/>
          <a:sy n="89" d="100"/>
        </p:scale>
        <p:origin x="1272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" name="직선 연결선[R] 275">
            <a:extLst>
              <a:ext uri="{FF2B5EF4-FFF2-40B4-BE49-F238E27FC236}">
                <a16:creationId xmlns:a16="http://schemas.microsoft.com/office/drawing/2014/main" id="{A6CBF1E4-6994-3A09-B660-67E08CE6EFAC}"/>
              </a:ext>
            </a:extLst>
          </p:cNvPr>
          <p:cNvCxnSpPr/>
          <p:nvPr/>
        </p:nvCxnSpPr>
        <p:spPr>
          <a:xfrm>
            <a:off x="263769" y="1053975"/>
            <a:ext cx="1383909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3DF63E01-ED9F-8BFD-8E7F-C72828B713FF}"/>
              </a:ext>
            </a:extLst>
          </p:cNvPr>
          <p:cNvSpPr txBox="1"/>
          <p:nvPr/>
        </p:nvSpPr>
        <p:spPr>
          <a:xfrm>
            <a:off x="263769" y="401088"/>
            <a:ext cx="9533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>
                <a:latin typeface="+mn-ea"/>
              </a:rPr>
              <a:t>DP02. </a:t>
            </a:r>
            <a:r>
              <a:rPr kumimoji="1" lang="ko-KR" altLang="en-US" sz="2800">
                <a:latin typeface="+mn-ea"/>
              </a:rPr>
              <a:t>정확성을 높이기 위한 다자간 협상 구조 설계 </a:t>
            </a:r>
            <a:r>
              <a:rPr kumimoji="1" lang="en-US" altLang="ko-KR" sz="2800">
                <a:latin typeface="+mn-ea"/>
              </a:rPr>
              <a:t>(</a:t>
            </a:r>
            <a:r>
              <a:rPr kumimoji="1" lang="ko-KR" altLang="en-US" sz="2800">
                <a:latin typeface="+mn-ea"/>
              </a:rPr>
              <a:t>배경</a:t>
            </a:r>
            <a:r>
              <a:rPr kumimoji="1" lang="en-US" altLang="ko-KR" sz="2800">
                <a:latin typeface="+mn-ea"/>
              </a:rPr>
              <a:t>)</a:t>
            </a:r>
            <a:endParaRPr kumimoji="1" lang="ko-KR" altLang="en-US" sz="2800">
              <a:latin typeface="+mn-ea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263712" y="1170432"/>
            <a:ext cx="13836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N명이 각자 비공개 선호를 가진 상태에서 만장일치 합의에 도달하려면, 라운드마다 </a:t>
            </a:r>
            <a:r>
              <a:rPr sz="15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제출 후보 · 공개 범위 · 성립 판정 근거 · 종료 시점</a:t>
            </a:r>
            <a:r>
              <a:rPr sz="15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을 결정해야 함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561944" y="1737360"/>
            <a:ext cx="3657600" cy="118872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참여자 N명 · 참여자별 비공개 선호(UFun)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공통 후보 공간(OutcomeSpace)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5124800" y="1737360"/>
            <a:ext cx="4114800" cy="1188720"/>
          </a:xfrm>
          <a:prstGeom prst="rect">
            <a:avLst/>
          </a:prstGeom>
          <a:solidFill>
            <a:srgbClr val="FDEADA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DP2 — 합의 성립 판정 제어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제안 수집 · 공개 범위 · 성립 판정 · 종료 시점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10144856" y="1737360"/>
            <a:ext cx="3657600" cy="118872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 후처리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합의안 확정 · 전원 통지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동일 합의 레코드 동기화</a:t>
            </a:r>
          </a:p>
        </p:txBody>
      </p:sp>
      <p:sp>
        <p:nvSpPr>
          <p:cNvPr id="299" name="Right Arrow 298"/>
          <p:cNvSpPr/>
          <p:nvPr/>
        </p:nvSpPr>
        <p:spPr>
          <a:xfrm>
            <a:off x="4420712" y="2203703"/>
            <a:ext cx="502920" cy="256032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ight Arrow 299"/>
          <p:cNvSpPr/>
          <p:nvPr/>
        </p:nvSpPr>
        <p:spPr>
          <a:xfrm>
            <a:off x="9440768" y="2203703"/>
            <a:ext cx="502920" cy="256032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63712" y="3044952"/>
            <a:ext cx="13836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두 대안은 참여자 구성 · 후보 공간 · 만장일치 완결 · 5바퀴 상한 · 점진 공개(라운드=순위)가 동일함.  차이는 </a:t>
            </a:r>
            <a:r>
              <a:rPr sz="12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성립 판정의 근거가 “동의 신호”인지 “직접 제안한 사실”인지</a:t>
            </a: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임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263712" y="3584448"/>
            <a:ext cx="1383697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7182200" y="3794760"/>
            <a:ext cx="0" cy="224028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TextBox 303"/>
          <p:cNvSpPr txBox="1"/>
          <p:nvPr/>
        </p:nvSpPr>
        <p:spPr>
          <a:xfrm>
            <a:off x="685800" y="379476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✓ </a:t>
            </a:r>
            <a:r>
              <a:rPr sz="15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동의 신호로 판정해야 하는 조건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86968" y="4270248"/>
            <a:ext cx="578815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최적안을 최상위로 두는 참여자가 1명뿐인 경우가 많음 — 동의 수단이 없으면 성립 지연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협상이 길어지면 사용자 불안 발생 — 조기 결과 · 중간보고 필요</a:t>
            </a:r>
            <a:r>
              <a:rPr sz="11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(EU-V7, EU-V1)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결렬 상한이 5바퀴로 고정되어 라운드 소모 억제 필요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685120" y="3794760"/>
            <a:ext cx="5989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✓ </a:t>
            </a:r>
            <a:r>
              <a:rPr sz="15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제안만으로 판정해야 하는 조건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7886288" y="4270248"/>
            <a:ext cx="578815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수락 · 거절 패턴 관찰만으로 상대 선호가 역추론됨</a:t>
            </a:r>
            <a:r>
              <a:rPr sz="11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 (SP-V5, EU-V8)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O/X는 문턱 통과 여부만 전달 — 동률 발생 시 총효용 정보가 없어 결정론적 해소 불가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350" b="0" i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라운드당 메시지 증가가 유실 · 재전송 부담 증가로 이어짐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263712" y="6172200"/>
            <a:ext cx="13836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DP2는 협상 알고리즘이나 프레임워크(NegMAS) 선택이 아니라, 합의 성립의 인정 근거를 결정하는 문제임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561944" y="6858000"/>
            <a:ext cx="13240512" cy="603504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성립을 전원의 “동의 신호”로 판정할 것인가, 전원이 “직접 제출한 제안”의 교집합으로 판정할 것인가?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944" y="7461504"/>
            <a:ext cx="6620256" cy="60350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동의로 성립  →  </a:t>
            </a:r>
            <a:r>
              <a:rPr sz="1550" b="1" i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1안 · 다중 SAO 세션 조정 구조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182200" y="7461504"/>
            <a:ext cx="6620256" cy="603504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직접 제안으로 성립  →  </a:t>
            </a:r>
            <a:r>
              <a:rPr sz="1550" b="1" i="0">
                <a:solidFill>
                  <a:srgbClr val="1F497D"/>
                </a:solidFill>
                <a:latin typeface="맑은 고딕"/>
                <a:ea typeface="맑은 고딕"/>
                <a:cs typeface="맑은 고딕"/>
              </a:rPr>
              <a:t>2안 · 누적 공통제안 합의 구조</a:t>
            </a:r>
          </a:p>
        </p:txBody>
      </p:sp>
    </p:spTree>
    <p:extLst>
      <p:ext uri="{BB962C8B-B14F-4D97-AF65-F5344CB8AC3E}">
        <p14:creationId xmlns:p14="http://schemas.microsoft.com/office/powerpoint/2010/main" val="2684463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4897</Words>
  <Application>Microsoft Macintosh PowerPoint</Application>
  <PresentationFormat>사용자 지정</PresentationFormat>
  <Paragraphs>2132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종인 이</cp:lastModifiedBy>
  <cp:revision>315</cp:revision>
  <dcterms:created xsi:type="dcterms:W3CDTF">2013-01-27T09:14:16Z</dcterms:created>
  <dcterms:modified xsi:type="dcterms:W3CDTF">2026-08-13T11:00:34Z</dcterms:modified>
  <cp:category/>
</cp:coreProperties>
</file>
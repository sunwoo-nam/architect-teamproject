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"/>
    <p:sldId id="274" r:id="rId3"/>
    <p:sldId id="260" r:id="rId4"/>
    <p:sldId id="281" r:id="rId5"/>
    <p:sldId id="279" r:id="rId6"/>
    <p:sldId id="280" r:id="rId7"/>
    <p:sldId id="277" r:id="rId8"/>
    <p:sldId id="276" r:id="rId9"/>
    <p:sldId id="275" r:id="rId10"/>
    <p:sldId id="273" r:id="rId11"/>
    <p:sldId id="272" r:id="rId12"/>
    <p:sldId id="269" r:id="rId13"/>
    <p:sldId id="271" r:id="rId14"/>
    <p:sldId id="270" r:id="rId15"/>
    <p:sldId id="261" r:id="rId16"/>
    <p:sldId id="268" r:id="rId17"/>
    <p:sldId id="267" r:id="rId18"/>
    <p:sldId id="266" r:id="rId19"/>
    <p:sldId id="265" r:id="rId20"/>
    <p:sldId id="263" r:id="rId21"/>
    <p:sldId id="262" r:id="rId22"/>
    <p:sldId id="256" r:id="rId23"/>
    <p:sldId id="257" r:id="rId24"/>
    <p:sldId id="258" r:id="rId25"/>
    <p:sldId id="259" r:id="rId26"/>
  </p:sldIdLst>
  <p:sldSz cx="142875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CF8"/>
    <a:srgbClr val="FF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83"/>
    <p:restoredTop sz="96154"/>
  </p:normalViewPr>
  <p:slideViewPr>
    <p:cSldViewPr snapToGrid="0" snapToObjects="1">
      <p:cViewPr>
        <p:scale>
          <a:sx n="89" d="100"/>
          <a:sy n="89" d="100"/>
        </p:scale>
        <p:origin x="1272" y="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A6CBF1E4-6994-3A09-B660-67E08CE6EFAC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3DF63E01-ED9F-8BFD-8E7F-C72828B713FF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9E0DD6-DAE3-D93A-806F-049DB6475283}"/>
              </a:ext>
            </a:extLst>
          </p:cNvPr>
          <p:cNvSpPr txBox="1"/>
          <p:nvPr/>
        </p:nvSpPr>
        <p:spPr>
          <a:xfrm>
            <a:off x="371473" y="1289963"/>
            <a:ext cx="728662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다자간 협상을 위한 새로운 합의안 도출 방식 설계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E035E-15E7-ADDA-A4D8-3E336966C76D}"/>
              </a:ext>
            </a:extLst>
          </p:cNvPr>
          <p:cNvSpPr txBox="1"/>
          <p:nvPr/>
        </p:nvSpPr>
        <p:spPr>
          <a:xfrm>
            <a:off x="609539" y="1917524"/>
            <a:ext cx="12234924" cy="777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ko-KR" altLang="ko-KR"/>
              <a:t>다자간 협상</a:t>
            </a:r>
            <a:r>
              <a:rPr lang="ko-KR" altLang="en-US"/>
              <a:t>은 단순히</a:t>
            </a:r>
            <a:r>
              <a:rPr lang="ko-KR" altLang="ko-KR"/>
              <a:t> 개별 협상 결과</a:t>
            </a:r>
            <a:r>
              <a:rPr lang="ko-KR" altLang="en-US"/>
              <a:t>의 반복으로 도출되지 않는다</a:t>
            </a:r>
            <a:r>
              <a:rPr lang="en-US" altLang="ko-KR"/>
              <a:t>.</a:t>
            </a:r>
          </a:p>
          <a:p>
            <a:r>
              <a:rPr lang="ko-KR" altLang="en-US"/>
              <a:t>모두가 동의하는 안 중에서</a:t>
            </a:r>
            <a:r>
              <a:rPr lang="en-US" altLang="ko-KR"/>
              <a:t> </a:t>
            </a:r>
            <a:r>
              <a:rPr lang="ko-KR" altLang="en-US" u="sng"/>
              <a:t>총 효용을 높일 수 있는 안</a:t>
            </a:r>
            <a:r>
              <a:rPr lang="ko-KR" altLang="en-US"/>
              <a:t>을 찾을 수 있어야 한다</a:t>
            </a:r>
            <a:r>
              <a:rPr lang="en-US" altLang="ko-KR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564EA9-EDAE-1120-AFD1-3845C62E256E}"/>
              </a:ext>
            </a:extLst>
          </p:cNvPr>
          <p:cNvSpPr txBox="1"/>
          <p:nvPr/>
        </p:nvSpPr>
        <p:spPr>
          <a:xfrm>
            <a:off x="609538" y="2945522"/>
            <a:ext cx="5848412" cy="6910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en-US" altLang="ko-KR" sz="1600"/>
              <a:t>&lt;</a:t>
            </a:r>
            <a:r>
              <a:rPr lang="ko-KR" altLang="en-US" sz="1600"/>
              <a:t>사람 수에 따라 복잡도가 크게 증가하는 것을 보여줄 수 있는 차트</a:t>
            </a:r>
            <a:r>
              <a:rPr lang="en-US" altLang="ko-KR" sz="1600"/>
              <a:t>&gt;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0A4CF1B-813D-0E02-EE7C-15BCE450F6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60664"/>
              </p:ext>
            </p:extLst>
          </p:nvPr>
        </p:nvGraphicFramePr>
        <p:xfrm>
          <a:off x="609537" y="6449020"/>
          <a:ext cx="12920724" cy="701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06908">
                  <a:extLst>
                    <a:ext uri="{9D8B030D-6E8A-4147-A177-3AD203B41FA5}">
                      <a16:colId xmlns:a16="http://schemas.microsoft.com/office/drawing/2014/main" val="2987223766"/>
                    </a:ext>
                  </a:extLst>
                </a:gridCol>
                <a:gridCol w="4306908">
                  <a:extLst>
                    <a:ext uri="{9D8B030D-6E8A-4147-A177-3AD203B41FA5}">
                      <a16:colId xmlns:a16="http://schemas.microsoft.com/office/drawing/2014/main" val="267502563"/>
                    </a:ext>
                  </a:extLst>
                </a:gridCol>
                <a:gridCol w="4306908">
                  <a:extLst>
                    <a:ext uri="{9D8B030D-6E8A-4147-A177-3AD203B41FA5}">
                      <a16:colId xmlns:a16="http://schemas.microsoft.com/office/drawing/2014/main" val="259224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합의안 품질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동작시간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/>
                        <a:t>정보 노출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7956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참여자 전체의 선호가 얼마나 반영되는가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합의 확정까지 얼마나 많은 교환이 필요한가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제안·평가 과정에서 선호가 얼마나 드러나는가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576793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A41562A-B384-A922-A6DF-2FBBDBF4CA77}"/>
              </a:ext>
            </a:extLst>
          </p:cNvPr>
          <p:cNvSpPr txBox="1"/>
          <p:nvPr/>
        </p:nvSpPr>
        <p:spPr>
          <a:xfrm>
            <a:off x="371474" y="5807067"/>
            <a:ext cx="451485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고려해야 할 품질 속성 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3A2294-2CCF-BCCC-C654-84FE378FF1F1}"/>
              </a:ext>
            </a:extLst>
          </p:cNvPr>
          <p:cNvSpPr txBox="1"/>
          <p:nvPr/>
        </p:nvSpPr>
        <p:spPr>
          <a:xfrm>
            <a:off x="7453251" y="2945522"/>
            <a:ext cx="5848412" cy="6910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spcAft>
                <a:spcPts val="0"/>
              </a:spcAft>
              <a:defRPr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r>
              <a:rPr lang="en-US" altLang="ko-KR" sz="1600"/>
              <a:t>&lt;NegMAS </a:t>
            </a:r>
            <a:r>
              <a:rPr lang="ko-KR" altLang="en-US" sz="1600"/>
              <a:t>기본 프로토콜의 반복에서 문제가 생기는 상황 그림</a:t>
            </a:r>
            <a:r>
              <a:rPr lang="en-US" altLang="ko-KR" sz="160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812008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6374-7E93-48F7-DEDE-64DB46330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0B97A1BB-7A95-358C-644B-BFFCBAA8C1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088559"/>
              </p:ext>
            </p:extLst>
          </p:nvPr>
        </p:nvGraphicFramePr>
        <p:xfrm>
          <a:off x="275001" y="1183643"/>
          <a:ext cx="13832885" cy="780602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제안 목록에 대해 각자의 선호 여부를 즉각 확인하여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en-US" sz="1500" u="sng"/>
                        <a:t>빠른 합의 달성</a:t>
                      </a:r>
                      <a:r>
                        <a:rPr lang="ko-KR" altLang="en-US" sz="1500"/>
                        <a:t> 가능</a:t>
                      </a:r>
                      <a:endParaRPr lang="en-US" altLang="ko-KR" sz="1500"/>
                    </a:p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매 라운드의</a:t>
                      </a:r>
                      <a:r>
                        <a:rPr lang="ko-KR" altLang="ko-KR" sz="1500"/>
                        <a:t> 제안</a:t>
                      </a:r>
                      <a:r>
                        <a:rPr lang="ko-KR" altLang="en-US" sz="1500"/>
                        <a:t>이</a:t>
                      </a:r>
                      <a:r>
                        <a:rPr lang="ko-KR" altLang="ko-KR" sz="1500"/>
                        <a:t> 누적</a:t>
                      </a:r>
                      <a:r>
                        <a:rPr lang="ko-KR" altLang="en-US" sz="1500"/>
                        <a:t>되</a:t>
                      </a:r>
                      <a:r>
                        <a:rPr lang="ko-KR" altLang="ko-KR" sz="1500"/>
                        <a:t>지 않</a:t>
                      </a:r>
                      <a:r>
                        <a:rPr lang="ko-KR" altLang="en-US" sz="1500"/>
                        <a:t>고 익명화 가능하여</a:t>
                      </a:r>
                      <a:r>
                        <a:rPr lang="en-US" altLang="ko-KR" sz="1500"/>
                        <a:t>, </a:t>
                      </a:r>
                      <a:r>
                        <a:rPr lang="ko-KR" altLang="ko-KR" sz="1500" u="sng"/>
                        <a:t>선호정보 노출이 적음</a:t>
                      </a:r>
                      <a:endParaRPr lang="ko-KR" altLang="en-US" sz="1500" u="sng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>
                          <a:latin typeface="+mn-ea"/>
                          <a:ea typeface="+mn-ea"/>
                        </a:rPr>
                        <a:t>공통으로 우선적인 선호를 밝힌 것 중에 선택되므로</a:t>
                      </a:r>
                      <a:r>
                        <a:rPr lang="en-US" altLang="ko-KR" sz="15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500" u="sng">
                          <a:latin typeface="+mn-ea"/>
                          <a:ea typeface="+mn-ea"/>
                        </a:rPr>
                        <a:t>합의안 품질이 높음</a:t>
                      </a:r>
                      <a:endParaRPr lang="ko-KR" altLang="en-US" sz="15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30000"/>
                        </a:lnSpc>
                      </a:pPr>
                      <a:r>
                        <a:rPr lang="ko-KR" altLang="en-US" sz="1500"/>
                        <a:t>각자의 우선적인 선호 여부가 반영되지 않으므로</a:t>
                      </a:r>
                      <a:r>
                        <a:rPr lang="en-US" altLang="ko-KR" sz="1500"/>
                        <a:t>,</a:t>
                      </a:r>
                      <a:r>
                        <a:rPr lang="ko-KR" altLang="ko-KR" sz="1500"/>
                        <a:t> </a:t>
                      </a:r>
                      <a:r>
                        <a:rPr lang="ko-KR" altLang="ko-KR" sz="1500" u="sng"/>
                        <a:t>최적</a:t>
                      </a:r>
                      <a:r>
                        <a:rPr lang="ko-KR" altLang="en-US" sz="1500" u="sng"/>
                        <a:t>안</a:t>
                      </a:r>
                      <a:r>
                        <a:rPr lang="ko-KR" altLang="ko-KR" sz="1500" u="sng"/>
                        <a:t> 누락 가능</a:t>
                      </a:r>
                      <a:r>
                        <a:rPr lang="ko-KR" altLang="en-US" sz="1500" u="sng"/>
                        <a:t>성</a:t>
                      </a:r>
                      <a:r>
                        <a:rPr lang="ko-KR" altLang="en-US" sz="1500"/>
                        <a:t> 높음</a:t>
                      </a:r>
                      <a:endParaRPr lang="en-US" altLang="ko-KR" sz="1500"/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공통의 제안이 나올 때까지 라운드를 진행하므로</a:t>
                      </a:r>
                      <a:r>
                        <a:rPr lang="en-US" altLang="ko-KR" sz="15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합의 달성 속도가 느림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4572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제안 이력이 누적 기록되므로</a:t>
                      </a:r>
                      <a:r>
                        <a:rPr lang="en-US" altLang="ko-KR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500" u="none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각자의 </a:t>
                      </a:r>
                      <a:r>
                        <a:rPr lang="ko-KR" altLang="en-US" sz="1500" u="sng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선호에 대한 유추 가능성 높음</a:t>
                      </a:r>
                      <a:endParaRPr lang="en-US" altLang="ko-KR" sz="1500" u="sng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Functional Correctness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Time Behaviour </a:t>
                      </a:r>
                    </a:p>
                    <a:p>
                      <a:pPr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Confidentiality</a:t>
                      </a:r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1159E0A7-FB48-DEE4-D564-52C9B2C365D5}"/>
              </a:ext>
            </a:extLst>
          </p:cNvPr>
          <p:cNvSpPr/>
          <p:nvPr/>
        </p:nvSpPr>
        <p:spPr>
          <a:xfrm>
            <a:off x="7783412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5082024-705B-AEED-6C49-E2F6DAB891EB}"/>
              </a:ext>
            </a:extLst>
          </p:cNvPr>
          <p:cNvSpPr/>
          <p:nvPr/>
        </p:nvSpPr>
        <p:spPr>
          <a:xfrm>
            <a:off x="11883606" y="192303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77C853F-E9C2-BF68-E03A-53DF09F88F67}"/>
              </a:ext>
            </a:extLst>
          </p:cNvPr>
          <p:cNvSpPr/>
          <p:nvPr/>
        </p:nvSpPr>
        <p:spPr>
          <a:xfrm>
            <a:off x="5383921" y="169547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30CF49-ECA6-1F11-32B1-FB2CD97DC47C}"/>
              </a:ext>
            </a:extLst>
          </p:cNvPr>
          <p:cNvSpPr/>
          <p:nvPr/>
        </p:nvSpPr>
        <p:spPr>
          <a:xfrm>
            <a:off x="11868373" y="4154088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35A02F-7F75-3655-74CF-F22D60CBAD19}"/>
              </a:ext>
            </a:extLst>
          </p:cNvPr>
          <p:cNvSpPr/>
          <p:nvPr/>
        </p:nvSpPr>
        <p:spPr>
          <a:xfrm>
            <a:off x="5383921" y="3884278"/>
            <a:ext cx="2155396" cy="25161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19A620C5-A22D-7DAB-838A-9CF0A0E6633F}"/>
              </a:ext>
            </a:extLst>
          </p:cNvPr>
          <p:cNvSpPr/>
          <p:nvPr/>
        </p:nvSpPr>
        <p:spPr>
          <a:xfrm>
            <a:off x="4333575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7FDB5F18-B5A7-A60F-9D88-4F4A49653BDD}"/>
              </a:ext>
            </a:extLst>
          </p:cNvPr>
          <p:cNvSpPr/>
          <p:nvPr/>
        </p:nvSpPr>
        <p:spPr>
          <a:xfrm>
            <a:off x="2486487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42CADF26-F16F-5FFB-54FA-65CA34271069}"/>
              </a:ext>
            </a:extLst>
          </p:cNvPr>
          <p:cNvSpPr/>
          <p:nvPr/>
        </p:nvSpPr>
        <p:spPr>
          <a:xfrm>
            <a:off x="4423833" y="573612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90DB687-CB85-657D-C31F-DD20365170F2}"/>
              </a:ext>
            </a:extLst>
          </p:cNvPr>
          <p:cNvSpPr/>
          <p:nvPr/>
        </p:nvSpPr>
        <p:spPr>
          <a:xfrm>
            <a:off x="1316697" y="202072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2EAE9262-1342-24AC-FCB9-581892844BD5}"/>
              </a:ext>
            </a:extLst>
          </p:cNvPr>
          <p:cNvSpPr/>
          <p:nvPr/>
        </p:nvSpPr>
        <p:spPr>
          <a:xfrm>
            <a:off x="1389208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77C944D-F27B-4394-EC28-B7862AEB76DB}"/>
              </a:ext>
            </a:extLst>
          </p:cNvPr>
          <p:cNvSpPr/>
          <p:nvPr/>
        </p:nvSpPr>
        <p:spPr>
          <a:xfrm>
            <a:off x="1498173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2A89CCF-4C1C-FA6A-5DDC-B9095E3BB789}"/>
              </a:ext>
            </a:extLst>
          </p:cNvPr>
          <p:cNvSpPr/>
          <p:nvPr/>
        </p:nvSpPr>
        <p:spPr>
          <a:xfrm>
            <a:off x="241193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2BC4962-C561-E5DB-FE3C-FB4574EE0260}"/>
              </a:ext>
            </a:extLst>
          </p:cNvPr>
          <p:cNvSpPr/>
          <p:nvPr/>
        </p:nvSpPr>
        <p:spPr>
          <a:xfrm>
            <a:off x="3325702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CCA15D5-B6CD-058C-9CF5-FB6C92EF75CB}"/>
              </a:ext>
            </a:extLst>
          </p:cNvPr>
          <p:cNvSpPr/>
          <p:nvPr/>
        </p:nvSpPr>
        <p:spPr>
          <a:xfrm>
            <a:off x="4239467" y="435081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1BDC65E7-A2A4-338F-2F49-2AA99A8A8482}"/>
              </a:ext>
            </a:extLst>
          </p:cNvPr>
          <p:cNvSpPr/>
          <p:nvPr/>
        </p:nvSpPr>
        <p:spPr>
          <a:xfrm>
            <a:off x="3635393" y="375878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7DDE41-6948-1CE2-D8EF-5919AAE30C32}"/>
              </a:ext>
            </a:extLst>
          </p:cNvPr>
          <p:cNvSpPr txBox="1"/>
          <p:nvPr/>
        </p:nvSpPr>
        <p:spPr>
          <a:xfrm>
            <a:off x="3631631" y="563880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5ADA990E-8BE1-5313-8FCD-5E13FDB78095}"/>
              </a:ext>
            </a:extLst>
          </p:cNvPr>
          <p:cNvSpPr/>
          <p:nvPr/>
        </p:nvSpPr>
        <p:spPr>
          <a:xfrm>
            <a:off x="1391616" y="244776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6463480-B085-2A8F-2B77-7E09ECB0B02E}"/>
              </a:ext>
            </a:extLst>
          </p:cNvPr>
          <p:cNvSpPr/>
          <p:nvPr/>
        </p:nvSpPr>
        <p:spPr>
          <a:xfrm>
            <a:off x="1379480" y="304133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BDBD243-432F-7340-A19A-4C4794A0B02C}"/>
              </a:ext>
            </a:extLst>
          </p:cNvPr>
          <p:cNvSpPr/>
          <p:nvPr/>
        </p:nvSpPr>
        <p:spPr>
          <a:xfrm>
            <a:off x="3384858" y="304133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63600B7B-85E9-1FFF-D81C-34C9F7529245}"/>
              </a:ext>
            </a:extLst>
          </p:cNvPr>
          <p:cNvSpPr/>
          <p:nvPr/>
        </p:nvSpPr>
        <p:spPr>
          <a:xfrm>
            <a:off x="1334343" y="544399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57C80AB-7C02-6D43-716B-D8DB5B29098F}"/>
              </a:ext>
            </a:extLst>
          </p:cNvPr>
          <p:cNvSpPr/>
          <p:nvPr/>
        </p:nvSpPr>
        <p:spPr>
          <a:xfrm>
            <a:off x="1425784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DD25ED70-926C-7262-A78A-F38143CFB30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866742"/>
            <a:ext cx="95441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9EF93E2B-A34C-78EC-1DFD-55150D8E0CAE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866742"/>
            <a:ext cx="161315" cy="940552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CBBB8FC7-8F88-64F0-2F0F-2D489CB42CBA}"/>
              </a:ext>
            </a:extLst>
          </p:cNvPr>
          <p:cNvSpPr/>
          <p:nvPr/>
        </p:nvSpPr>
        <p:spPr>
          <a:xfrm>
            <a:off x="2569138" y="576605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8E34E73-3DB2-08F5-67B4-F2385EC70EF3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866742"/>
            <a:ext cx="134149" cy="970478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E7797771-21AF-8D09-6549-4C1B31F8E6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293014"/>
              </p:ext>
            </p:extLst>
          </p:nvPr>
        </p:nvGraphicFramePr>
        <p:xfrm>
          <a:off x="5454162" y="506668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89AED921-E447-4A7D-9F1D-A8CD39D06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433348"/>
              </p:ext>
            </p:extLst>
          </p:nvPr>
        </p:nvGraphicFramePr>
        <p:xfrm>
          <a:off x="5454163" y="419747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6DDFDBF-92EC-05D6-177E-B72F7B3519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259319"/>
              </p:ext>
            </p:extLst>
          </p:nvPr>
        </p:nvGraphicFramePr>
        <p:xfrm>
          <a:off x="5479563" y="198108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798F402-85B8-B929-E912-1317F2CF9393}"/>
              </a:ext>
            </a:extLst>
          </p:cNvPr>
          <p:cNvSpPr/>
          <p:nvPr/>
        </p:nvSpPr>
        <p:spPr>
          <a:xfrm>
            <a:off x="7863263" y="365945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CD8EC76-F3A8-0485-EAD3-D4E208DAA52E}"/>
              </a:ext>
            </a:extLst>
          </p:cNvPr>
          <p:cNvSpPr/>
          <p:nvPr/>
        </p:nvSpPr>
        <p:spPr>
          <a:xfrm>
            <a:off x="7900779" y="244776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86B2E599-5FDA-A712-24C1-60891CBD8B35}"/>
              </a:ext>
            </a:extLst>
          </p:cNvPr>
          <p:cNvSpPr/>
          <p:nvPr/>
        </p:nvSpPr>
        <p:spPr>
          <a:xfrm>
            <a:off x="8746299" y="439053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A4EB2020-7676-4B28-3AEF-1E08E394DC7F}"/>
              </a:ext>
            </a:extLst>
          </p:cNvPr>
          <p:cNvSpPr/>
          <p:nvPr/>
        </p:nvSpPr>
        <p:spPr>
          <a:xfrm>
            <a:off x="7894942" y="304133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8EFEFAC5-8654-7325-9871-CBD415F21E05}"/>
              </a:ext>
            </a:extLst>
          </p:cNvPr>
          <p:cNvSpPr/>
          <p:nvPr/>
        </p:nvSpPr>
        <p:spPr>
          <a:xfrm>
            <a:off x="10009237" y="297366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8890A5F4-C8A5-45B8-26C1-262A7316963B}"/>
              </a:ext>
            </a:extLst>
          </p:cNvPr>
          <p:cNvSpPr/>
          <p:nvPr/>
        </p:nvSpPr>
        <p:spPr>
          <a:xfrm>
            <a:off x="10789764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ED7ED582-3274-F8BB-4315-4B8A8BB5B011}"/>
              </a:ext>
            </a:extLst>
          </p:cNvPr>
          <p:cNvSpPr/>
          <p:nvPr/>
        </p:nvSpPr>
        <p:spPr>
          <a:xfrm>
            <a:off x="8942676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3FD5802-4B1E-D25C-7201-6ECC3E15EEBE}"/>
              </a:ext>
            </a:extLst>
          </p:cNvPr>
          <p:cNvSpPr/>
          <p:nvPr/>
        </p:nvSpPr>
        <p:spPr>
          <a:xfrm>
            <a:off x="10880022" y="572995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CD16739-E602-FB2D-BF60-E2384443BC8A}"/>
              </a:ext>
            </a:extLst>
          </p:cNvPr>
          <p:cNvSpPr txBox="1"/>
          <p:nvPr/>
        </p:nvSpPr>
        <p:spPr>
          <a:xfrm>
            <a:off x="10087820" y="563265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FFE33C9-976C-BCE6-9661-7997725326AC}"/>
              </a:ext>
            </a:extLst>
          </p:cNvPr>
          <p:cNvSpPr/>
          <p:nvPr/>
        </p:nvSpPr>
        <p:spPr>
          <a:xfrm>
            <a:off x="7790532" y="543788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F21D958-9966-46D6-7182-B001DF7D1335}"/>
              </a:ext>
            </a:extLst>
          </p:cNvPr>
          <p:cNvSpPr/>
          <p:nvPr/>
        </p:nvSpPr>
        <p:spPr>
          <a:xfrm>
            <a:off x="7881973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D8303CB0-440C-74A8-2505-CF49703B2CFE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04667"/>
            <a:ext cx="846580" cy="926359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94BE395-5AAF-4136-8329-6F748466959C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894343"/>
            <a:ext cx="925897" cy="906763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1E924E9-D23F-54E2-6756-DFFFB7ECD1CC}"/>
              </a:ext>
            </a:extLst>
          </p:cNvPr>
          <p:cNvSpPr/>
          <p:nvPr/>
        </p:nvSpPr>
        <p:spPr>
          <a:xfrm>
            <a:off x="9025327" y="575987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E756FF3B-9F77-6CE7-D9D7-316B033AF5D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891967"/>
            <a:ext cx="268404" cy="939060"/>
          </a:xfrm>
          <a:prstGeom prst="straightConnector1">
            <a:avLst/>
          </a:prstGeom>
          <a:solidFill>
            <a:srgbClr val="F5F5F5"/>
          </a:solidFill>
          <a:ln w="1905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AFCDFAA-6AFA-4519-D3FA-18218EEF9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043303"/>
              </p:ext>
            </p:extLst>
          </p:nvPr>
        </p:nvGraphicFramePr>
        <p:xfrm>
          <a:off x="11941978" y="450471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A2C3A5E-E4BE-38FF-F343-5740A5119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52177"/>
              </p:ext>
            </p:extLst>
          </p:nvPr>
        </p:nvGraphicFramePr>
        <p:xfrm>
          <a:off x="11963623" y="226506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D0667E9-701C-C722-20E5-14A59643F0F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0CB1403A-A925-91B5-22D2-F4B1C47FE9DA}"/>
              </a:ext>
            </a:extLst>
          </p:cNvPr>
          <p:cNvSpPr txBox="1"/>
          <p:nvPr/>
        </p:nvSpPr>
        <p:spPr>
          <a:xfrm>
            <a:off x="5401851" y="3939294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 b="1" u="sng"/>
              <a:t> 목록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45664D-67DC-7D8C-CADB-0A6305C2D80B}"/>
              </a:ext>
            </a:extLst>
          </p:cNvPr>
          <p:cNvSpPr txBox="1"/>
          <p:nvPr/>
        </p:nvSpPr>
        <p:spPr>
          <a:xfrm>
            <a:off x="5401851" y="482701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</a:t>
            </a:r>
            <a:r>
              <a:rPr lang="en-US" altLang="ko-KR" sz="1000" b="1" u="sng"/>
              <a:t>(O/X)</a:t>
            </a:r>
            <a:r>
              <a:rPr lang="ko-KR" altLang="en-US" sz="1000" b="1" u="sng"/>
              <a:t>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288992E3-7A25-D991-7A77-C9EECCCDBA2D}"/>
              </a:ext>
            </a:extLst>
          </p:cNvPr>
          <p:cNvSpPr txBox="1"/>
          <p:nvPr/>
        </p:nvSpPr>
        <p:spPr>
          <a:xfrm>
            <a:off x="5427251" y="176460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74A103AB-CD24-A57D-7BBB-BD34AAD5AE35}"/>
              </a:ext>
            </a:extLst>
          </p:cNvPr>
          <p:cNvSpPr txBox="1"/>
          <p:nvPr/>
        </p:nvSpPr>
        <p:spPr>
          <a:xfrm>
            <a:off x="11934368" y="4232893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0201B24-FEA0-4E78-925E-BA476730E4A6}"/>
              </a:ext>
            </a:extLst>
          </p:cNvPr>
          <p:cNvSpPr txBox="1"/>
          <p:nvPr/>
        </p:nvSpPr>
        <p:spPr>
          <a:xfrm>
            <a:off x="11909006" y="203441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5C24AA5-404C-B9FD-FAF1-1D4B7029A46D}"/>
              </a:ext>
            </a:extLst>
          </p:cNvPr>
          <p:cNvSpPr txBox="1"/>
          <p:nvPr/>
        </p:nvSpPr>
        <p:spPr>
          <a:xfrm>
            <a:off x="263769" y="40108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E4ED390-E076-A447-144E-4CE45DE7A903}"/>
              </a:ext>
            </a:extLst>
          </p:cNvPr>
          <p:cNvGrpSpPr/>
          <p:nvPr/>
        </p:nvGrpSpPr>
        <p:grpSpPr>
          <a:xfrm>
            <a:off x="2189700" y="381615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28BE47D7-1438-42FF-4D25-C4C0AB545069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4BE6DF8-3A80-92C6-460A-F25D7E9E496D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82A94283-437D-EDCA-913E-D9B6BFB4F50A}"/>
              </a:ext>
            </a:extLst>
          </p:cNvPr>
          <p:cNvSpPr/>
          <p:nvPr/>
        </p:nvSpPr>
        <p:spPr>
          <a:xfrm>
            <a:off x="5091227" y="407190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902EECFD-593A-6B65-AAAC-EFB9EDDE4ABF}"/>
              </a:ext>
            </a:extLst>
          </p:cNvPr>
          <p:cNvSpPr/>
          <p:nvPr/>
        </p:nvSpPr>
        <p:spPr>
          <a:xfrm>
            <a:off x="11568048" y="431910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45149F68-CA77-4045-CE89-CC2297D03A18}"/>
              </a:ext>
            </a:extLst>
          </p:cNvPr>
          <p:cNvSpPr/>
          <p:nvPr/>
        </p:nvSpPr>
        <p:spPr>
          <a:xfrm>
            <a:off x="10112214" y="3814849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93E9799-27D3-791D-AA5D-9CC76275C6E0}"/>
              </a:ext>
            </a:extLst>
          </p:cNvPr>
          <p:cNvGrpSpPr/>
          <p:nvPr/>
        </p:nvGrpSpPr>
        <p:grpSpPr>
          <a:xfrm>
            <a:off x="8659283" y="3867403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6F27122-9BB0-F63B-E787-6BD065CF6F51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57CDA91A-F5D6-2431-7BDB-36B4BC5BF10B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6608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3E055-BAA2-2AF1-2E6A-00A2AFA9FF18}"/>
              </a:ext>
            </a:extLst>
          </p:cNvPr>
          <p:cNvSpPr txBox="1"/>
          <p:nvPr/>
        </p:nvSpPr>
        <p:spPr>
          <a:xfrm>
            <a:off x="5257233" y="3750177"/>
            <a:ext cx="3166251" cy="132343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kumimoji="1" lang="ko-KR" altLang="en-US" sz="8000" dirty="0"/>
              <a:t>보</a:t>
            </a:r>
            <a:r>
              <a:rPr kumimoji="1" lang="en-US" altLang="ko-KR" sz="8000" dirty="0"/>
              <a:t> </a:t>
            </a:r>
            <a:r>
              <a:rPr kumimoji="1" lang="ko-KR" altLang="en-US" sz="8000" dirty="0"/>
              <a:t>   관</a:t>
            </a:r>
          </a:p>
        </p:txBody>
      </p:sp>
    </p:spTree>
    <p:extLst>
      <p:ext uri="{BB962C8B-B14F-4D97-AF65-F5344CB8AC3E}">
        <p14:creationId xmlns:p14="http://schemas.microsoft.com/office/powerpoint/2010/main" val="1544518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39A0C-6480-6F58-3272-DFA258F3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33FE2BEC-D982-8F9D-55B9-5C76D7EC1DB9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408A508B-2B75-92C0-08BA-D040781EAC52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A58651-041E-DBAE-65B0-2B2BC6184BF3}"/>
              </a:ext>
            </a:extLst>
          </p:cNvPr>
          <p:cNvSpPr txBox="1"/>
          <p:nvPr/>
        </p:nvSpPr>
        <p:spPr>
          <a:xfrm>
            <a:off x="371473" y="1289963"/>
            <a:ext cx="728662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40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▪︎ 다자간 협상을 위한 새로운 합의안 도출 방식 설계</a:t>
            </a:r>
            <a:endParaRPr sz="2400" i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585DA6-1DE3-1F13-CEF5-9511FD9DF9F2}"/>
              </a:ext>
            </a:extLst>
          </p:cNvPr>
          <p:cNvSpPr txBox="1"/>
          <p:nvPr/>
        </p:nvSpPr>
        <p:spPr>
          <a:xfrm>
            <a:off x="609539" y="2003435"/>
            <a:ext cx="11406250" cy="16084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양자 간의 협상과 달리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다자 간의 협상은 복잡도가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~~~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하다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의제가 늘어남에 따른 복잡도에 사람 수에 따른 복잡도가 추가됨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.... ...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NegMAS(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이게 뭔지 주석 한줄 필요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에서 제공하는 기존 방식으로는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이를 처리하기 어려움</a:t>
            </a:r>
            <a:endParaRPr lang="en-US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새로운 구조의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Mechanism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개발 필요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91B3F-6A51-220C-7910-9870CEA22FBB}"/>
              </a:ext>
            </a:extLst>
          </p:cNvPr>
          <p:cNvSpPr txBox="1"/>
          <p:nvPr/>
        </p:nvSpPr>
        <p:spPr>
          <a:xfrm>
            <a:off x="609538" y="3956029"/>
            <a:ext cx="13192917" cy="32704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합의안 도출에서 주로 고려해야할 것은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정보의 수집 방법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합의 안의 성립 판정 방법</a:t>
            </a: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정보의 수집 방법은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 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전달하거나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1:1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로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의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승만큼 순회하거나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1:N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전달하는 방법이 있으나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1:N</a:t>
            </a:r>
            <a:r>
              <a:rPr lang="ko-KR" altLang="en-US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전달하는 방법 이외에는 시간 지연을 감당할 수 없음</a:t>
            </a:r>
            <a:r>
              <a:rPr lang="en-US" altLang="ko-KR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복합 의제 조합수 다수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사람수 다수 케이스 중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1:N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빼고 시간이 오래걸리는 것 보여주는 차트 추가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이론적인 계산으로 보여줘도 됨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. 1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라운드당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병렬처리 고려한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 call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대략의 라운드 수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call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당 추정 지연시간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핸드폰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기지국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서버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기지국 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to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핸드폰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)&gt;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따라서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1:N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제안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응답을 전달하면서</a:t>
            </a:r>
            <a:r>
              <a:rPr lang="en-US" altLang="ko-KR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정확성과 동작 시간을 고려하여 합의안의 성립을 판정할 수 있는 구조 설계 필요</a:t>
            </a:r>
            <a:endParaRPr lang="en-US" altLang="ko-KR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02343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E84AF-4477-BC15-5275-73A59DDC4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FF355F8E-106C-6910-18EF-7E876345F416}"/>
              </a:ext>
            </a:extLst>
          </p:cNvPr>
          <p:cNvCxnSpPr/>
          <p:nvPr/>
        </p:nvCxnSpPr>
        <p:spPr>
          <a:xfrm>
            <a:off x="263769" y="105397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>
            <a:extLst>
              <a:ext uri="{FF2B5EF4-FFF2-40B4-BE49-F238E27FC236}">
                <a16:creationId xmlns:a16="http://schemas.microsoft.com/office/drawing/2014/main" id="{44BBE21F-5163-7C41-F7EA-9BAC6D84723D}"/>
              </a:ext>
            </a:extLst>
          </p:cNvPr>
          <p:cNvSpPr txBox="1"/>
          <p:nvPr/>
        </p:nvSpPr>
        <p:spPr>
          <a:xfrm>
            <a:off x="263769" y="401088"/>
            <a:ext cx="9533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배경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BB474169-BB19-15C1-6BA6-36988C433A87}"/>
              </a:ext>
            </a:extLst>
          </p:cNvPr>
          <p:cNvSpPr txBox="1"/>
          <p:nvPr/>
        </p:nvSpPr>
        <p:spPr>
          <a:xfrm>
            <a:off x="263712" y="1260756"/>
            <a:ext cx="1383697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N명이 각자 비공개 선호를 가진 상태에서 만장일치 합의에 도달하려면, 라운드마다 </a:t>
            </a: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후보 · 공개 범위 · 성립 판정 근거 · 종료 시점</a:t>
            </a:r>
            <a:r>
              <a:rPr sz="150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을 결정해야 함</a:t>
            </a: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EF95DC2C-102A-AA39-5B0E-854B346F3E7A}"/>
              </a:ext>
            </a:extLst>
          </p:cNvPr>
          <p:cNvSpPr/>
          <p:nvPr/>
        </p:nvSpPr>
        <p:spPr>
          <a:xfrm>
            <a:off x="561944" y="1737360"/>
            <a:ext cx="3657600" cy="118872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참여자 N명 · 참여자별 비공개 선호(UFun)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공통 후보 공간(OutcomeSpace)</a:t>
            </a: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F259352E-F303-CBBD-8639-D81E4354B916}"/>
              </a:ext>
            </a:extLst>
          </p:cNvPr>
          <p:cNvSpPr/>
          <p:nvPr/>
        </p:nvSpPr>
        <p:spPr>
          <a:xfrm>
            <a:off x="5124800" y="1737360"/>
            <a:ext cx="4114800" cy="1188720"/>
          </a:xfrm>
          <a:prstGeom prst="rect">
            <a:avLst/>
          </a:prstGeom>
          <a:solidFill>
            <a:srgbClr val="FDEADA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DP2 — 합의 성립 판정 제어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 수집 · 공개 범위 · 성립 판정 · 종료 시점</a:t>
            </a: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A5037FFD-5FD9-6375-CB98-D666F9C2610B}"/>
              </a:ext>
            </a:extLst>
          </p:cNvPr>
          <p:cNvSpPr/>
          <p:nvPr/>
        </p:nvSpPr>
        <p:spPr>
          <a:xfrm>
            <a:off x="10144856" y="1737360"/>
            <a:ext cx="3657600" cy="118872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공통 후처리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합의안 확정 · 전원 통지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동일 합의 레코드 동기화</a:t>
            </a:r>
          </a:p>
        </p:txBody>
      </p:sp>
      <p:sp>
        <p:nvSpPr>
          <p:cNvPr id="299" name="Right Arrow 298">
            <a:extLst>
              <a:ext uri="{FF2B5EF4-FFF2-40B4-BE49-F238E27FC236}">
                <a16:creationId xmlns:a16="http://schemas.microsoft.com/office/drawing/2014/main" id="{ED02A1BA-CADA-3164-D6F7-44EF58AAD126}"/>
              </a:ext>
            </a:extLst>
          </p:cNvPr>
          <p:cNvSpPr/>
          <p:nvPr/>
        </p:nvSpPr>
        <p:spPr>
          <a:xfrm>
            <a:off x="4420712" y="2203703"/>
            <a:ext cx="502920" cy="256032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Right Arrow 299">
            <a:extLst>
              <a:ext uri="{FF2B5EF4-FFF2-40B4-BE49-F238E27FC236}">
                <a16:creationId xmlns:a16="http://schemas.microsoft.com/office/drawing/2014/main" id="{033BBC41-F6FC-3B51-8E70-C8F093720FF3}"/>
              </a:ext>
            </a:extLst>
          </p:cNvPr>
          <p:cNvSpPr/>
          <p:nvPr/>
        </p:nvSpPr>
        <p:spPr>
          <a:xfrm>
            <a:off x="9440768" y="2203703"/>
            <a:ext cx="502920" cy="256032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0102B8D1-B5EB-99B8-0E7D-459456AA7D60}"/>
              </a:ext>
            </a:extLst>
          </p:cNvPr>
          <p:cNvSpPr txBox="1"/>
          <p:nvPr/>
        </p:nvSpPr>
        <p:spPr>
          <a:xfrm>
            <a:off x="263712" y="3044952"/>
            <a:ext cx="138369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두 대안은 참여자 구성 · 후보 공간 · 만장일치 완결 · 5바퀴 상한 · 점진 공개(라운드=순위)가 동일함.  차이는 </a:t>
            </a:r>
            <a:r>
              <a:rPr sz="12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 판정의 근거가 “동의 신호”인지 “직접 제안한 사실”인지</a:t>
            </a: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임</a:t>
            </a:r>
          </a:p>
        </p:txBody>
      </p:sp>
      <p:cxnSp>
        <p:nvCxnSpPr>
          <p:cNvPr id="302" name="Connector 301">
            <a:extLst>
              <a:ext uri="{FF2B5EF4-FFF2-40B4-BE49-F238E27FC236}">
                <a16:creationId xmlns:a16="http://schemas.microsoft.com/office/drawing/2014/main" id="{87245B20-2BFE-E98F-C895-83D595DC24F6}"/>
              </a:ext>
            </a:extLst>
          </p:cNvPr>
          <p:cNvCxnSpPr/>
          <p:nvPr/>
        </p:nvCxnSpPr>
        <p:spPr>
          <a:xfrm>
            <a:off x="263712" y="3584448"/>
            <a:ext cx="1383697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>
            <a:extLst>
              <a:ext uri="{FF2B5EF4-FFF2-40B4-BE49-F238E27FC236}">
                <a16:creationId xmlns:a16="http://schemas.microsoft.com/office/drawing/2014/main" id="{104A4707-865A-B7C6-16ED-BA122ED34286}"/>
              </a:ext>
            </a:extLst>
          </p:cNvPr>
          <p:cNvCxnSpPr/>
          <p:nvPr/>
        </p:nvCxnSpPr>
        <p:spPr>
          <a:xfrm>
            <a:off x="7182200" y="3794760"/>
            <a:ext cx="0" cy="224028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>
            <a:extLst>
              <a:ext uri="{FF2B5EF4-FFF2-40B4-BE49-F238E27FC236}">
                <a16:creationId xmlns:a16="http://schemas.microsoft.com/office/drawing/2014/main" id="{2BD61B4B-0C0D-2E14-9D23-B04877A0DB5D}"/>
              </a:ext>
            </a:extLst>
          </p:cNvPr>
          <p:cNvSpPr txBox="1"/>
          <p:nvPr/>
        </p:nvSpPr>
        <p:spPr>
          <a:xfrm>
            <a:off x="685800" y="3858376"/>
            <a:ext cx="5989320" cy="2385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✓ </a:t>
            </a:r>
            <a:r>
              <a:rPr sz="15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동의 신호로 판정해야 하는 조건</a:t>
            </a: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4E26FB38-77BC-C78D-F8A5-E8783090A92E}"/>
              </a:ext>
            </a:extLst>
          </p:cNvPr>
          <p:cNvSpPr txBox="1"/>
          <p:nvPr/>
        </p:nvSpPr>
        <p:spPr>
          <a:xfrm>
            <a:off x="886968" y="4270248"/>
            <a:ext cx="578815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최적안을 최상위로 두는 참여자가 1명뿐인 경우가 많음 — 동의 수단이 없으면 성립 지연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협상이 길어지면 사용자 불안 발생 — 조기 결과 · 중간보고 필요</a:t>
            </a:r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(EU-V7, EU-V1)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결렬 상한이 5바퀴로 고정되어 라운드 소모 억제 필요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13CF0D45-EA7B-47DD-F346-F41A6301DEF1}"/>
              </a:ext>
            </a:extLst>
          </p:cNvPr>
          <p:cNvSpPr txBox="1"/>
          <p:nvPr/>
        </p:nvSpPr>
        <p:spPr>
          <a:xfrm>
            <a:off x="7685120" y="3858376"/>
            <a:ext cx="5989320" cy="2385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✓ </a:t>
            </a:r>
            <a:r>
              <a:rPr sz="155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제안만으로 판정해야 하는 조건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92F390BB-6148-1EAD-182C-51E24C3FF696}"/>
              </a:ext>
            </a:extLst>
          </p:cNvPr>
          <p:cNvSpPr txBox="1"/>
          <p:nvPr/>
        </p:nvSpPr>
        <p:spPr>
          <a:xfrm>
            <a:off x="7886288" y="4270248"/>
            <a:ext cx="578815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수락 · 거절 패턴 관찰만으로 상대 선호가 역추론됨</a:t>
            </a:r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 (SP-V5, EU-V8)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O/X는 문턱 통과 여부만 전달 — 동률 발생 시 총효용 정보가 없어 결정론적 해소 불가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50" b="0" i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3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라운드당 메시지 증가가 유실 · 재전송 부담 증가로 이어짐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D8A5CCD7-68A8-B3CB-9127-4564CEB74868}"/>
              </a:ext>
            </a:extLst>
          </p:cNvPr>
          <p:cNvSpPr txBox="1"/>
          <p:nvPr/>
        </p:nvSpPr>
        <p:spPr>
          <a:xfrm>
            <a:off x="263712" y="6172200"/>
            <a:ext cx="1383697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DP2는 협상 알고리즘이나 프레임워크(NegMAS) 선택이 아니라, 합의 성립의 인정 근거를 결정하는 문제임</a:t>
            </a: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7A880C20-936A-2FF9-B696-ED06205E2236}"/>
              </a:ext>
            </a:extLst>
          </p:cNvPr>
          <p:cNvSpPr/>
          <p:nvPr/>
        </p:nvSpPr>
        <p:spPr>
          <a:xfrm>
            <a:off x="561944" y="6858000"/>
            <a:ext cx="13240512" cy="603504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성립을 전원의 “동의 신호”로 판정할 것인가, 전원이 “직접 제출한 제안”의 교집합으로 판정할 것인가?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2883C9CF-E767-2F7A-9FED-FA1D094BE9F6}"/>
              </a:ext>
            </a:extLst>
          </p:cNvPr>
          <p:cNvSpPr/>
          <p:nvPr/>
        </p:nvSpPr>
        <p:spPr>
          <a:xfrm>
            <a:off x="561944" y="7461504"/>
            <a:ext cx="6620256" cy="60350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동의로 성립  →  </a:t>
            </a: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1안 · 다중 SAO 세션 조정 구조</a:t>
            </a: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139F1F4C-C7EE-B5C7-9F4D-D502A36F8E1B}"/>
              </a:ext>
            </a:extLst>
          </p:cNvPr>
          <p:cNvSpPr/>
          <p:nvPr/>
        </p:nvSpPr>
        <p:spPr>
          <a:xfrm>
            <a:off x="7182200" y="7461504"/>
            <a:ext cx="6620256" cy="60350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직접 제안으로 성립  →  </a:t>
            </a:r>
            <a:r>
              <a:rPr sz="1550" b="1" i="0">
                <a:solidFill>
                  <a:srgbClr val="1F497D"/>
                </a:solidFill>
                <a:latin typeface="맑은 고딕"/>
                <a:ea typeface="맑은 고딕"/>
                <a:cs typeface="맑은 고딕"/>
              </a:rPr>
              <a:t>2안 · 누적 공통제안 합의 구조</a:t>
            </a:r>
          </a:p>
        </p:txBody>
      </p:sp>
    </p:spTree>
    <p:extLst>
      <p:ext uri="{BB962C8B-B14F-4D97-AF65-F5344CB8AC3E}">
        <p14:creationId xmlns:p14="http://schemas.microsoft.com/office/powerpoint/2010/main" val="1259817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122129A-F7A6-84F8-3A4D-4211347B4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3640"/>
            <a:ext cx="14179552" cy="797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66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74591-8B3A-61E0-4C43-EA90DF41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266DAC7A-818B-4652-FD9D-9008B0F67884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7029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408617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9149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  <p:sp>
        <p:nvSpPr>
          <p:cNvPr id="27" name="Rounded Rectangle 8">
            <a:extLst>
              <a:ext uri="{FF2B5EF4-FFF2-40B4-BE49-F238E27FC236}">
                <a16:creationId xmlns:a16="http://schemas.microsoft.com/office/drawing/2014/main" id="{B06AF42F-6C6A-438E-20ED-C2B36AC19A91}"/>
              </a:ext>
            </a:extLst>
          </p:cNvPr>
          <p:cNvSpPr/>
          <p:nvPr/>
        </p:nvSpPr>
        <p:spPr>
          <a:xfrm>
            <a:off x="7769124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AFBA4D4-7385-41D0-F072-2DA9B2DACA6C}"/>
              </a:ext>
            </a:extLst>
          </p:cNvPr>
          <p:cNvSpPr/>
          <p:nvPr/>
        </p:nvSpPr>
        <p:spPr>
          <a:xfrm>
            <a:off x="11883606" y="199447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2A4869B-426C-A4B1-150D-6C4988CCD4AB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CC3FB8-2A22-E084-A9A3-1F457250EEEC}"/>
              </a:ext>
            </a:extLst>
          </p:cNvPr>
          <p:cNvSpPr/>
          <p:nvPr/>
        </p:nvSpPr>
        <p:spPr>
          <a:xfrm>
            <a:off x="11868373" y="4239816"/>
            <a:ext cx="2155396" cy="1952562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42AC9A-E569-4F20-5B95-D63E5DB4323C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A2E1B225-6757-139D-6FB3-0BFC94C17E86}"/>
              </a:ext>
            </a:extLst>
          </p:cNvPr>
          <p:cNvSpPr/>
          <p:nvPr/>
        </p:nvSpPr>
        <p:spPr>
          <a:xfrm>
            <a:off x="4333575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83FEFA23-7810-C87D-DD45-B304C02F455C}"/>
              </a:ext>
            </a:extLst>
          </p:cNvPr>
          <p:cNvSpPr/>
          <p:nvPr/>
        </p:nvSpPr>
        <p:spPr>
          <a:xfrm>
            <a:off x="2486487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23DB13A1-9735-E3F1-F1BE-054428A6ED65}"/>
              </a:ext>
            </a:extLst>
          </p:cNvPr>
          <p:cNvSpPr/>
          <p:nvPr/>
        </p:nvSpPr>
        <p:spPr>
          <a:xfrm>
            <a:off x="4423833" y="580756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AD67B5F0-762E-A6F4-F3E6-8BB36F103766}"/>
              </a:ext>
            </a:extLst>
          </p:cNvPr>
          <p:cNvSpPr/>
          <p:nvPr/>
        </p:nvSpPr>
        <p:spPr>
          <a:xfrm>
            <a:off x="1316697" y="2092163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A729CDF5-73A9-E960-061E-D36C0F43D531}"/>
              </a:ext>
            </a:extLst>
          </p:cNvPr>
          <p:cNvSpPr/>
          <p:nvPr/>
        </p:nvSpPr>
        <p:spPr>
          <a:xfrm>
            <a:off x="1389208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D0872D8C-BD76-E1C7-954C-FBF428DAB401}"/>
              </a:ext>
            </a:extLst>
          </p:cNvPr>
          <p:cNvSpPr/>
          <p:nvPr/>
        </p:nvSpPr>
        <p:spPr>
          <a:xfrm>
            <a:off x="1498173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808B91-2287-8DE6-330D-9F56D04555DC}"/>
              </a:ext>
            </a:extLst>
          </p:cNvPr>
          <p:cNvSpPr/>
          <p:nvPr/>
        </p:nvSpPr>
        <p:spPr>
          <a:xfrm>
            <a:off x="241193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701ECE52-9840-72E4-B4D6-A173BB33402D}"/>
              </a:ext>
            </a:extLst>
          </p:cNvPr>
          <p:cNvSpPr/>
          <p:nvPr/>
        </p:nvSpPr>
        <p:spPr>
          <a:xfrm>
            <a:off x="3325702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0232EDE6-5794-59E3-7061-CEFBEC622531}"/>
              </a:ext>
            </a:extLst>
          </p:cNvPr>
          <p:cNvSpPr/>
          <p:nvPr/>
        </p:nvSpPr>
        <p:spPr>
          <a:xfrm>
            <a:off x="4239467" y="4422258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C360DD-1A34-4EDE-1282-6E415C65536C}"/>
              </a:ext>
            </a:extLst>
          </p:cNvPr>
          <p:cNvSpPr/>
          <p:nvPr/>
        </p:nvSpPr>
        <p:spPr>
          <a:xfrm>
            <a:off x="3635393" y="3830228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A36C93-2FA2-40BF-6087-A3FAF32C6645}"/>
              </a:ext>
            </a:extLst>
          </p:cNvPr>
          <p:cNvSpPr txBox="1"/>
          <p:nvPr/>
        </p:nvSpPr>
        <p:spPr>
          <a:xfrm>
            <a:off x="3631631" y="571024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D6D33EE8-6AF9-BE3A-4D21-3EE2E30442DF}"/>
              </a:ext>
            </a:extLst>
          </p:cNvPr>
          <p:cNvSpPr/>
          <p:nvPr/>
        </p:nvSpPr>
        <p:spPr>
          <a:xfrm>
            <a:off x="1391616" y="2519201"/>
            <a:ext cx="2240015" cy="451033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00403A00-F867-53FA-E2B8-17B9DF4D85FD}"/>
              </a:ext>
            </a:extLst>
          </p:cNvPr>
          <p:cNvSpPr/>
          <p:nvPr/>
        </p:nvSpPr>
        <p:spPr>
          <a:xfrm>
            <a:off x="1379480" y="3112778"/>
            <a:ext cx="1925361" cy="475577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81D87E50-B228-C2D1-4DB3-7F255DDF0BDC}"/>
              </a:ext>
            </a:extLst>
          </p:cNvPr>
          <p:cNvSpPr/>
          <p:nvPr/>
        </p:nvSpPr>
        <p:spPr>
          <a:xfrm>
            <a:off x="3384858" y="3112777"/>
            <a:ext cx="1817483" cy="46387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1F803C7-3DED-F35A-AEFB-CE7414B580EF}"/>
              </a:ext>
            </a:extLst>
          </p:cNvPr>
          <p:cNvSpPr/>
          <p:nvPr/>
        </p:nvSpPr>
        <p:spPr>
          <a:xfrm>
            <a:off x="1334343" y="551543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F16FE0D-3AFD-D9AD-E94A-54D0C0D74F0A}"/>
              </a:ext>
            </a:extLst>
          </p:cNvPr>
          <p:cNvSpPr/>
          <p:nvPr/>
        </p:nvSpPr>
        <p:spPr>
          <a:xfrm>
            <a:off x="1425784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673B57E1-97CE-4B4C-3188-EA8A7623D154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4938182"/>
            <a:ext cx="95441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C7F5CE7-9601-1956-0D28-422F6FAFE2C3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4938182"/>
            <a:ext cx="161315" cy="94055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7B0FB5F8-86C7-2CD1-A5E9-53C6995B5721}"/>
              </a:ext>
            </a:extLst>
          </p:cNvPr>
          <p:cNvSpPr/>
          <p:nvPr/>
        </p:nvSpPr>
        <p:spPr>
          <a:xfrm>
            <a:off x="2569138" y="583749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E3868BE-D10C-BA5D-3ABC-C6858E24B465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4938182"/>
            <a:ext cx="134149" cy="97047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20C913DB-9420-0F43-A173-AA2E2BC3E7CD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A9C99A91-00FC-8A91-ED61-93B555C7A358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A2917CC-6358-3A1E-5EC2-2AD13B8484F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65427D8-3B47-4228-6AB3-2B829FFB05B8}"/>
              </a:ext>
            </a:extLst>
          </p:cNvPr>
          <p:cNvSpPr/>
          <p:nvPr/>
        </p:nvSpPr>
        <p:spPr>
          <a:xfrm>
            <a:off x="7863263" y="3730898"/>
            <a:ext cx="3836844" cy="134982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2CB46111-CE15-B22A-1233-86A1150C4CBE}"/>
              </a:ext>
            </a:extLst>
          </p:cNvPr>
          <p:cNvSpPr/>
          <p:nvPr/>
        </p:nvSpPr>
        <p:spPr>
          <a:xfrm>
            <a:off x="7900779" y="2519201"/>
            <a:ext cx="2363587" cy="452684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E5D14C97-7F44-1B10-DCDF-EAA830A73DD5}"/>
              </a:ext>
            </a:extLst>
          </p:cNvPr>
          <p:cNvSpPr/>
          <p:nvPr/>
        </p:nvSpPr>
        <p:spPr>
          <a:xfrm>
            <a:off x="8746299" y="4461976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7E4807FD-92AC-7A14-BF1A-29535337A2FE}"/>
              </a:ext>
            </a:extLst>
          </p:cNvPr>
          <p:cNvSpPr/>
          <p:nvPr/>
        </p:nvSpPr>
        <p:spPr>
          <a:xfrm>
            <a:off x="7894942" y="3112779"/>
            <a:ext cx="1912558" cy="477225"/>
          </a:xfrm>
          <a:prstGeom prst="roundRect">
            <a:avLst>
              <a:gd name="adj" fmla="val 231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62D0340C-973C-A4DA-3C76-0C871EBE9ED0}"/>
              </a:ext>
            </a:extLst>
          </p:cNvPr>
          <p:cNvSpPr/>
          <p:nvPr/>
        </p:nvSpPr>
        <p:spPr>
          <a:xfrm>
            <a:off x="10009237" y="3045104"/>
            <a:ext cx="1514610" cy="584365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D8A5780A-9FD7-DCBE-A5D5-8204031608F6}"/>
              </a:ext>
            </a:extLst>
          </p:cNvPr>
          <p:cNvSpPr/>
          <p:nvPr/>
        </p:nvSpPr>
        <p:spPr>
          <a:xfrm>
            <a:off x="10789764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C16AF757-F60D-D743-FE56-6C54E42813BC}"/>
              </a:ext>
            </a:extLst>
          </p:cNvPr>
          <p:cNvSpPr/>
          <p:nvPr/>
        </p:nvSpPr>
        <p:spPr>
          <a:xfrm>
            <a:off x="8942676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49EAB605-9C69-C42D-AF38-CD20DE483C94}"/>
              </a:ext>
            </a:extLst>
          </p:cNvPr>
          <p:cNvSpPr/>
          <p:nvPr/>
        </p:nvSpPr>
        <p:spPr>
          <a:xfrm>
            <a:off x="10880022" y="5801396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8DA3096-645D-C870-F594-1DC472B3DE9F}"/>
              </a:ext>
            </a:extLst>
          </p:cNvPr>
          <p:cNvSpPr txBox="1"/>
          <p:nvPr/>
        </p:nvSpPr>
        <p:spPr>
          <a:xfrm>
            <a:off x="10087820" y="5704095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B71B111D-A59D-C889-2502-01C6A917E8D3}"/>
              </a:ext>
            </a:extLst>
          </p:cNvPr>
          <p:cNvSpPr/>
          <p:nvPr/>
        </p:nvSpPr>
        <p:spPr>
          <a:xfrm>
            <a:off x="7790532" y="5509326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BA539E46-2A74-5279-4EC0-6E339D2584BC}"/>
              </a:ext>
            </a:extLst>
          </p:cNvPr>
          <p:cNvSpPr/>
          <p:nvPr/>
        </p:nvSpPr>
        <p:spPr>
          <a:xfrm>
            <a:off x="7881973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FE33719C-EDCC-8ACA-C9F2-C70351053F4C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4976107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6AAC1177-2CF0-6615-5E91-7AE413EAE96A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4965783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66920728-71AE-395E-9096-D12065BCA051}"/>
              </a:ext>
            </a:extLst>
          </p:cNvPr>
          <p:cNvSpPr/>
          <p:nvPr/>
        </p:nvSpPr>
        <p:spPr>
          <a:xfrm>
            <a:off x="9025327" y="5831316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1A635608-4571-D789-541D-B657678900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4963407"/>
            <a:ext cx="268404" cy="9390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6CE5B89F-E928-53CC-6398-83D9F9CD48EC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57615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E59E4C7-FBB1-2C48-B4C6-5629D2CB09FB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33650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B08FBA2-A2D0-87DC-010B-B21AE6195547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8D4DF8A0-E0F0-7FC5-4C41-D2EDEF208BAC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9FF7A8BE-580E-D39B-42BF-FD8E5DEE918A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70558F86-7A8F-1E53-1366-2FC55632F8B1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48DD9C97-5DC6-5FF4-D0C9-C3B098A409D0}"/>
              </a:ext>
            </a:extLst>
          </p:cNvPr>
          <p:cNvSpPr txBox="1"/>
          <p:nvPr/>
        </p:nvSpPr>
        <p:spPr>
          <a:xfrm>
            <a:off x="11934368" y="429004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2ADD7D1-5759-0AB2-9BD4-21C455134E0E}"/>
              </a:ext>
            </a:extLst>
          </p:cNvPr>
          <p:cNvSpPr txBox="1"/>
          <p:nvPr/>
        </p:nvSpPr>
        <p:spPr>
          <a:xfrm>
            <a:off x="11909006" y="210585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각 참여자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5CC1212F-B454-39D8-81CA-5BF103D3E46F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C31F4CAB-6256-ED81-CDFB-42F2C0032BEF}"/>
              </a:ext>
            </a:extLst>
          </p:cNvPr>
          <p:cNvGrpSpPr/>
          <p:nvPr/>
        </p:nvGrpSpPr>
        <p:grpSpPr>
          <a:xfrm>
            <a:off x="2189700" y="3887597"/>
            <a:ext cx="1290735" cy="404857"/>
            <a:chOff x="1504087" y="3973223"/>
            <a:chExt cx="1290735" cy="404857"/>
          </a:xfrm>
        </p:grpSpPr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ACD290A4-AED3-F7CA-D81D-29C4333A5F05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Can 27">
              <a:extLst>
                <a:ext uri="{FF2B5EF4-FFF2-40B4-BE49-F238E27FC236}">
                  <a16:creationId xmlns:a16="http://schemas.microsoft.com/office/drawing/2014/main" id="{9E4D4F55-3FBF-C00C-A178-F597AE5ACD55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37" name="오른쪽 화살표[R] 36">
            <a:extLst>
              <a:ext uri="{FF2B5EF4-FFF2-40B4-BE49-F238E27FC236}">
                <a16:creationId xmlns:a16="http://schemas.microsoft.com/office/drawing/2014/main" id="{F55EE444-845A-E001-5869-56E0C2E435E2}"/>
              </a:ext>
            </a:extLst>
          </p:cNvPr>
          <p:cNvSpPr/>
          <p:nvPr/>
        </p:nvSpPr>
        <p:spPr>
          <a:xfrm>
            <a:off x="5091227" y="4143345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240159DB-0BD3-93DD-EF64-B24C1C760F45}"/>
              </a:ext>
            </a:extLst>
          </p:cNvPr>
          <p:cNvSpPr/>
          <p:nvPr/>
        </p:nvSpPr>
        <p:spPr>
          <a:xfrm>
            <a:off x="11568048" y="4390544"/>
            <a:ext cx="292694" cy="270317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Can 27">
            <a:extLst>
              <a:ext uri="{FF2B5EF4-FFF2-40B4-BE49-F238E27FC236}">
                <a16:creationId xmlns:a16="http://schemas.microsoft.com/office/drawing/2014/main" id="{2DEE0E07-9EA1-8B65-95B7-3FAA036E1F78}"/>
              </a:ext>
            </a:extLst>
          </p:cNvPr>
          <p:cNvSpPr/>
          <p:nvPr/>
        </p:nvSpPr>
        <p:spPr>
          <a:xfrm>
            <a:off x="10112214" y="3857313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4C38434-B06B-A57D-C14A-8BA72507C1EE}"/>
              </a:ext>
            </a:extLst>
          </p:cNvPr>
          <p:cNvGrpSpPr/>
          <p:nvPr/>
        </p:nvGrpSpPr>
        <p:grpSpPr>
          <a:xfrm>
            <a:off x="8659283" y="3953131"/>
            <a:ext cx="1290735" cy="404857"/>
            <a:chOff x="1504087" y="3973223"/>
            <a:chExt cx="1290735" cy="404857"/>
          </a:xfrm>
        </p:grpSpPr>
        <p:sp>
          <p:nvSpPr>
            <p:cNvPr id="43" name="Can 27">
              <a:extLst>
                <a:ext uri="{FF2B5EF4-FFF2-40B4-BE49-F238E27FC236}">
                  <a16:creationId xmlns:a16="http://schemas.microsoft.com/office/drawing/2014/main" id="{4B81E0F8-9368-62A6-1398-FAF97E6368F8}"/>
                </a:ext>
              </a:extLst>
            </p:cNvPr>
            <p:cNvSpPr/>
            <p:nvPr/>
          </p:nvSpPr>
          <p:spPr>
            <a:xfrm>
              <a:off x="1504087" y="3973223"/>
              <a:ext cx="1290735" cy="4048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  Utility</a:t>
              </a:r>
            </a:p>
            <a:p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  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4" name="Can 27">
              <a:extLst>
                <a:ext uri="{FF2B5EF4-FFF2-40B4-BE49-F238E27FC236}">
                  <a16:creationId xmlns:a16="http://schemas.microsoft.com/office/drawing/2014/main" id="{B7062202-6E77-41CF-B734-CB4D4676C6D1}"/>
                </a:ext>
              </a:extLst>
            </p:cNvPr>
            <p:cNvSpPr/>
            <p:nvPr/>
          </p:nvSpPr>
          <p:spPr>
            <a:xfrm>
              <a:off x="2279528" y="4048975"/>
              <a:ext cx="422576" cy="265127"/>
            </a:xfrm>
            <a:prstGeom prst="can">
              <a:avLst>
                <a:gd name="adj" fmla="val 38525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7719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0CD46-45E9-017D-219E-CD4BC9992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FEFCB9-DF9B-2C9F-49E3-3A1D9CE68B38}"/>
              </a:ext>
            </a:extLst>
          </p:cNvPr>
          <p:cNvSpPr/>
          <p:nvPr/>
        </p:nvSpPr>
        <p:spPr>
          <a:xfrm>
            <a:off x="11883606" y="1724660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40080F-64A1-7856-A0C5-E125A87A9A7D}"/>
              </a:ext>
            </a:extLst>
          </p:cNvPr>
          <p:cNvSpPr/>
          <p:nvPr/>
        </p:nvSpPr>
        <p:spPr>
          <a:xfrm>
            <a:off x="5383921" y="1766913"/>
            <a:ext cx="2155396" cy="214116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C32DA7-6CA1-CD1E-54B6-610129B80CBF}"/>
              </a:ext>
            </a:extLst>
          </p:cNvPr>
          <p:cNvSpPr/>
          <p:nvPr/>
        </p:nvSpPr>
        <p:spPr>
          <a:xfrm>
            <a:off x="11868373" y="3970006"/>
            <a:ext cx="2155396" cy="1952562"/>
          </a:xfrm>
          <a:prstGeom prst="rect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4B5FBC-A892-C7F7-0BC6-DF04546FA5F1}"/>
              </a:ext>
            </a:extLst>
          </p:cNvPr>
          <p:cNvSpPr/>
          <p:nvPr/>
        </p:nvSpPr>
        <p:spPr>
          <a:xfrm>
            <a:off x="5383921" y="3970006"/>
            <a:ext cx="2155396" cy="251617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E592D96-07D7-E2A5-0282-F4B4D5374574}"/>
              </a:ext>
            </a:extLst>
          </p:cNvPr>
          <p:cNvSpPr/>
          <p:nvPr/>
        </p:nvSpPr>
        <p:spPr>
          <a:xfrm>
            <a:off x="4333575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AFA3DF2D-97CC-A940-E920-143E4FE18976}"/>
              </a:ext>
            </a:extLst>
          </p:cNvPr>
          <p:cNvSpPr/>
          <p:nvPr/>
        </p:nvSpPr>
        <p:spPr>
          <a:xfrm>
            <a:off x="2486487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977C2EF-9DE6-F0EE-2456-0A2E9A20C145}"/>
              </a:ext>
            </a:extLst>
          </p:cNvPr>
          <p:cNvSpPr/>
          <p:nvPr/>
        </p:nvSpPr>
        <p:spPr>
          <a:xfrm>
            <a:off x="4423833" y="5765057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EC724866-5B78-E68B-D1CD-12DE533E35C3}"/>
              </a:ext>
            </a:extLst>
          </p:cNvPr>
          <p:cNvSpPr/>
          <p:nvPr/>
        </p:nvSpPr>
        <p:spPr>
          <a:xfrm>
            <a:off x="1316697" y="2177789"/>
            <a:ext cx="3982507" cy="309190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14C4BD3B-8D42-A20E-088E-EEBA453154C4}"/>
              </a:ext>
            </a:extLst>
          </p:cNvPr>
          <p:cNvSpPr/>
          <p:nvPr/>
        </p:nvSpPr>
        <p:spPr>
          <a:xfrm>
            <a:off x="1389208" y="3565819"/>
            <a:ext cx="3836844" cy="1600531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69FA5C95-939B-7AC2-DBF0-0AA6523362F0}"/>
              </a:ext>
            </a:extLst>
          </p:cNvPr>
          <p:cNvSpPr/>
          <p:nvPr/>
        </p:nvSpPr>
        <p:spPr>
          <a:xfrm>
            <a:off x="1498173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528ECC2-5C5F-FA5F-F0B9-8C9FD2F8CE3C}"/>
              </a:ext>
            </a:extLst>
          </p:cNvPr>
          <p:cNvSpPr/>
          <p:nvPr/>
        </p:nvSpPr>
        <p:spPr>
          <a:xfrm>
            <a:off x="241193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026C40A5-C063-965C-AA13-0E736AAC086A}"/>
              </a:ext>
            </a:extLst>
          </p:cNvPr>
          <p:cNvSpPr/>
          <p:nvPr/>
        </p:nvSpPr>
        <p:spPr>
          <a:xfrm>
            <a:off x="3325702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82193B09-9716-4DA2-FF7E-D4A06FCAFC58}"/>
              </a:ext>
            </a:extLst>
          </p:cNvPr>
          <p:cNvSpPr/>
          <p:nvPr/>
        </p:nvSpPr>
        <p:spPr>
          <a:xfrm>
            <a:off x="4239467" y="4507884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DCD89886-9F4B-207C-4B7E-711BCCA975E6}"/>
              </a:ext>
            </a:extLst>
          </p:cNvPr>
          <p:cNvSpPr/>
          <p:nvPr/>
        </p:nvSpPr>
        <p:spPr>
          <a:xfrm>
            <a:off x="2949780" y="3915854"/>
            <a:ext cx="1027105" cy="497836"/>
          </a:xfrm>
          <a:prstGeom prst="can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4F32646B-33C0-923E-7039-823F0013AFC6}"/>
              </a:ext>
            </a:extLst>
          </p:cNvPr>
          <p:cNvSpPr/>
          <p:nvPr/>
        </p:nvSpPr>
        <p:spPr>
          <a:xfrm>
            <a:off x="1504087" y="3973223"/>
            <a:ext cx="1290735" cy="40485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  Utility</a:t>
            </a:r>
          </a:p>
          <a:p>
            <a:r>
              <a:rPr 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  Function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388492-F590-1CAB-4751-1F04E8A8D0DB}"/>
              </a:ext>
            </a:extLst>
          </p:cNvPr>
          <p:cNvSpPr txBox="1"/>
          <p:nvPr/>
        </p:nvSpPr>
        <p:spPr>
          <a:xfrm>
            <a:off x="3631631" y="5667734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B989174-2E06-832A-233D-2244BBD32AFE}"/>
              </a:ext>
            </a:extLst>
          </p:cNvPr>
          <p:cNvSpPr/>
          <p:nvPr/>
        </p:nvSpPr>
        <p:spPr>
          <a:xfrm>
            <a:off x="1473434" y="2619569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525E9972-0AE5-07A4-4F21-FF7813BE8036}"/>
              </a:ext>
            </a:extLst>
          </p:cNvPr>
          <p:cNvSpPr/>
          <p:nvPr/>
        </p:nvSpPr>
        <p:spPr>
          <a:xfrm>
            <a:off x="1480101" y="3100724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DFE87981-06CA-F681-EAE0-652E9B16FD43}"/>
              </a:ext>
            </a:extLst>
          </p:cNvPr>
          <p:cNvSpPr/>
          <p:nvPr/>
        </p:nvSpPr>
        <p:spPr>
          <a:xfrm>
            <a:off x="3415913" y="3100723"/>
            <a:ext cx="160249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E9D7305A-7184-A1B7-70D7-5C0049CFFB19}"/>
              </a:ext>
            </a:extLst>
          </p:cNvPr>
          <p:cNvSpPr/>
          <p:nvPr/>
        </p:nvSpPr>
        <p:spPr>
          <a:xfrm>
            <a:off x="1334343" y="5472921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21FDCA7-F6BF-8B88-922D-C7AF94BCFA46}"/>
              </a:ext>
            </a:extLst>
          </p:cNvPr>
          <p:cNvSpPr/>
          <p:nvPr/>
        </p:nvSpPr>
        <p:spPr>
          <a:xfrm>
            <a:off x="1425784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5C2071DE-0E1A-9385-C730-0AB93C08B851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85617" y="5023808"/>
            <a:ext cx="95441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2DC5FB64-EC9B-BFC3-C1B6-811F9ED044E2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22352" y="5023808"/>
            <a:ext cx="161315" cy="812416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6BA73F36-31FF-3223-43CC-705A6BBA152B}"/>
              </a:ext>
            </a:extLst>
          </p:cNvPr>
          <p:cNvSpPr/>
          <p:nvPr/>
        </p:nvSpPr>
        <p:spPr>
          <a:xfrm>
            <a:off x="2569138" y="5794983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0074F217-818A-E0C8-ECEB-4254D81F7D78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94822" y="5023808"/>
            <a:ext cx="134149" cy="842342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786E273-7E8F-C071-6100-B46317632953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5152413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5F80918-6EEE-1081-D698-4E72512F2ED7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283205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168F5E64-06DE-EA6E-B355-73FA06B86839}"/>
              </a:ext>
            </a:extLst>
          </p:cNvPr>
          <p:cNvGraphicFramePr>
            <a:graphicFrameLocks noGrp="1"/>
          </p:cNvGraphicFramePr>
          <p:nvPr/>
        </p:nvGraphicFramePr>
        <p:xfrm>
          <a:off x="5479563" y="2052524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79914DF0-1E9E-F528-71B5-D7E64C38F41F}"/>
              </a:ext>
            </a:extLst>
          </p:cNvPr>
          <p:cNvSpPr/>
          <p:nvPr/>
        </p:nvSpPr>
        <p:spPr>
          <a:xfrm>
            <a:off x="78050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C6745C83-ED39-2429-CC73-3545411FA0E5}"/>
              </a:ext>
            </a:extLst>
          </p:cNvPr>
          <p:cNvSpPr/>
          <p:nvPr/>
        </p:nvSpPr>
        <p:spPr>
          <a:xfrm>
            <a:off x="78775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F4251B8D-CBA5-5428-A75D-21166192A3C5}"/>
              </a:ext>
            </a:extLst>
          </p:cNvPr>
          <p:cNvSpPr/>
          <p:nvPr/>
        </p:nvSpPr>
        <p:spPr>
          <a:xfrm>
            <a:off x="79482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F5DBCAFD-774B-31DB-0B41-5DADA4AD656E}"/>
              </a:ext>
            </a:extLst>
          </p:cNvPr>
          <p:cNvGrpSpPr/>
          <p:nvPr/>
        </p:nvGrpSpPr>
        <p:grpSpPr>
          <a:xfrm>
            <a:off x="80612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2D56670D-23FA-883B-211F-39EE9160B1B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023B7D8A-1682-A056-C28D-CA5B6CE5BBEE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6D3EB7C-A9FA-4B86-4025-E670F5F24A75}"/>
              </a:ext>
            </a:extLst>
          </p:cNvPr>
          <p:cNvSpPr/>
          <p:nvPr/>
        </p:nvSpPr>
        <p:spPr>
          <a:xfrm>
            <a:off x="78909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239C4781-A66C-8C79-EBA8-B850F5A697EE}"/>
              </a:ext>
            </a:extLst>
          </p:cNvPr>
          <p:cNvSpPr/>
          <p:nvPr/>
        </p:nvSpPr>
        <p:spPr>
          <a:xfrm>
            <a:off x="88323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1F8340D8-4479-C687-5A19-746AC78A2BA1}"/>
              </a:ext>
            </a:extLst>
          </p:cNvPr>
          <p:cNvSpPr/>
          <p:nvPr/>
        </p:nvSpPr>
        <p:spPr>
          <a:xfrm>
            <a:off x="80541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38EA83B8-C268-9AE9-84E5-6B8CB795202D}"/>
              </a:ext>
            </a:extLst>
          </p:cNvPr>
          <p:cNvSpPr/>
          <p:nvPr/>
        </p:nvSpPr>
        <p:spPr>
          <a:xfrm>
            <a:off x="101591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6E18A933-6628-CE12-7915-AE3F4D6FA17F}"/>
              </a:ext>
            </a:extLst>
          </p:cNvPr>
          <p:cNvSpPr/>
          <p:nvPr/>
        </p:nvSpPr>
        <p:spPr>
          <a:xfrm>
            <a:off x="107897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0852B9D-FCC0-DBF9-B0B3-A535E3473F85}"/>
              </a:ext>
            </a:extLst>
          </p:cNvPr>
          <p:cNvSpPr/>
          <p:nvPr/>
        </p:nvSpPr>
        <p:spPr>
          <a:xfrm>
            <a:off x="89426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DE78FD76-7AAB-C8C6-1224-19F08543023C}"/>
              </a:ext>
            </a:extLst>
          </p:cNvPr>
          <p:cNvSpPr/>
          <p:nvPr/>
        </p:nvSpPr>
        <p:spPr>
          <a:xfrm>
            <a:off x="108800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689155E-6843-3321-3310-CD89674DA554}"/>
              </a:ext>
            </a:extLst>
          </p:cNvPr>
          <p:cNvSpPr txBox="1"/>
          <p:nvPr/>
        </p:nvSpPr>
        <p:spPr>
          <a:xfrm>
            <a:off x="100878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8EF4FDF-8D35-1A1C-66D4-F6001EDAA56B}"/>
              </a:ext>
            </a:extLst>
          </p:cNvPr>
          <p:cNvSpPr/>
          <p:nvPr/>
        </p:nvSpPr>
        <p:spPr>
          <a:xfrm>
            <a:off x="77905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8A71A62D-15D3-127B-9761-E2A0DCCA2B1B}"/>
              </a:ext>
            </a:extLst>
          </p:cNvPr>
          <p:cNvSpPr/>
          <p:nvPr/>
        </p:nvSpPr>
        <p:spPr>
          <a:xfrm>
            <a:off x="78819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26073002-5810-517C-D33F-990DF86C4E52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359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B1AF75AC-98C3-14B4-F9D2-F44E7A94A3C4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081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2D3D4247-FC5A-C33C-9318-A5CBD55DCE01}"/>
              </a:ext>
            </a:extLst>
          </p:cNvPr>
          <p:cNvSpPr/>
          <p:nvPr/>
        </p:nvSpPr>
        <p:spPr>
          <a:xfrm>
            <a:off x="90253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6DF2481-57A0-76AF-F044-BB2BE2CC0FCF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851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ED017552-C02A-8FBC-023B-AAFC3D32B00E}"/>
              </a:ext>
            </a:extLst>
          </p:cNvPr>
          <p:cNvGraphicFramePr>
            <a:graphicFrameLocks noGrp="1"/>
          </p:cNvGraphicFramePr>
          <p:nvPr/>
        </p:nvGraphicFramePr>
        <p:xfrm>
          <a:off x="11941978" y="4306345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2DE758FA-6A55-DBA0-2FD9-DE14D653C15E}"/>
              </a:ext>
            </a:extLst>
          </p:cNvPr>
          <p:cNvGraphicFramePr>
            <a:graphicFrameLocks noGrp="1"/>
          </p:cNvGraphicFramePr>
          <p:nvPr/>
        </p:nvGraphicFramePr>
        <p:xfrm>
          <a:off x="11963623" y="2066696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0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4E0B3B45-CEBA-32C9-4E8B-1EE5AD60928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9C96C88-2DE7-5657-B1C6-9C2A421A5A2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C7D0A097-A50D-9355-69DE-659BED3B3C63}"/>
              </a:ext>
            </a:extLst>
          </p:cNvPr>
          <p:cNvSpPr txBox="1"/>
          <p:nvPr/>
        </p:nvSpPr>
        <p:spPr>
          <a:xfrm>
            <a:off x="5401851" y="40393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B4E29D7F-FEAB-A6C0-874C-BC005B3AB2D0}"/>
              </a:ext>
            </a:extLst>
          </p:cNvPr>
          <p:cNvSpPr txBox="1"/>
          <p:nvPr/>
        </p:nvSpPr>
        <p:spPr>
          <a:xfrm>
            <a:off x="5401851" y="4927028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6BFD7688-EE00-C33D-A0C2-4CC20BE89F8D}"/>
              </a:ext>
            </a:extLst>
          </p:cNvPr>
          <p:cNvSpPr txBox="1"/>
          <p:nvPr/>
        </p:nvSpPr>
        <p:spPr>
          <a:xfrm>
            <a:off x="5427251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CEB4492-A126-7560-CD53-42F317D1AC76}"/>
              </a:ext>
            </a:extLst>
          </p:cNvPr>
          <p:cNvSpPr txBox="1"/>
          <p:nvPr/>
        </p:nvSpPr>
        <p:spPr>
          <a:xfrm>
            <a:off x="11934368" y="402023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9768DA4-3701-A5D7-EEB3-0EC98AE06763}"/>
              </a:ext>
            </a:extLst>
          </p:cNvPr>
          <p:cNvSpPr txBox="1"/>
          <p:nvPr/>
        </p:nvSpPr>
        <p:spPr>
          <a:xfrm>
            <a:off x="11909006" y="1836041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 b="1"/>
              <a:t>(</a:t>
            </a:r>
            <a:r>
              <a:rPr lang="ko-KR" altLang="en-US" sz="1000" b="1"/>
              <a:t>미공개  정보</a:t>
            </a:r>
            <a:r>
              <a:rPr lang="en-US" altLang="ko-KR" sz="1000" b="1"/>
              <a:t>)</a:t>
            </a:r>
            <a:endParaRPr lang="ko-KR" altLang="en-US" sz="1000" b="1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1110A1AB-D693-9609-5C48-151A186E9CCD}"/>
              </a:ext>
            </a:extLst>
          </p:cNvPr>
          <p:cNvSpPr txBox="1"/>
          <p:nvPr/>
        </p:nvSpPr>
        <p:spPr>
          <a:xfrm>
            <a:off x="263769" y="472528"/>
            <a:ext cx="10251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DP02.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sp>
        <p:nvSpPr>
          <p:cNvPr id="7" name="Can 27">
            <a:extLst>
              <a:ext uri="{FF2B5EF4-FFF2-40B4-BE49-F238E27FC236}">
                <a16:creationId xmlns:a16="http://schemas.microsoft.com/office/drawing/2014/main" id="{150938EA-2382-CB29-0EF1-53E6056585E4}"/>
              </a:ext>
            </a:extLst>
          </p:cNvPr>
          <p:cNvSpPr/>
          <p:nvPr/>
        </p:nvSpPr>
        <p:spPr>
          <a:xfrm>
            <a:off x="2279528" y="4048975"/>
            <a:ext cx="422576" cy="265127"/>
          </a:xfrm>
          <a:prstGeom prst="can">
            <a:avLst>
              <a:gd name="adj" fmla="val 38525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757420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0FD0C-8B32-EB76-CC24-08D82D2F5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BAFCD33D-044F-9564-181B-95B0F2423BC6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519B16D3-D63C-98C9-D13B-5FAC9BB7A01D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7292523B-A6BF-8F6E-3D78-6BE14A264384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892F24D6-19CB-A0B0-7D77-F383CA4FC51E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5023FCC-2DAF-0E8E-A560-0538D1E4A624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44981936-4D7D-98E4-56FB-91D4CF7EF69D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45F8E9C-E10D-AA46-F31A-FDE04B9217CF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0C1BA04-0C36-EA19-261E-006129B76C0A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9B65049-81FA-D84E-FB7B-7187A2EDFAC1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4588FD7-A517-9483-F83A-45B28C4B0C47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55678888-E0F0-3C32-03D5-BB86219BA817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50E6E8D6-F0A2-6642-000B-3AB280C04DC8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B42BF03-AE6A-31F1-075A-BDCC61B62F0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820BDB7F-26C2-E2FB-1DFB-0F14E3FA0CB8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6E314F53-D979-C27D-12E8-63A8D7F08628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EC2633C0-4E66-B9B2-3199-CF0E54AD347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EA9D771B-EC98-3A1E-436A-F86D193811B6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207649F-4066-26B9-3A2B-3A1D7089E3DF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6DE0F94-5A57-0FB3-0E08-F23EBFDDD03C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E9B60C5A-4335-4C67-C3E6-6B6843024F5B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D81DDB61-F002-FD19-2A64-0A7C6DE60F38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83839269-47B2-D4C8-40A4-A89022BBD24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74DAFB3-02ED-A9CB-F319-369BE300BCBC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9C0F3059-130C-E392-07D4-AAC7A72C6ED5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1F78A673-5021-41A0-7C27-24DCA6876123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31162B9B-9DB8-758E-A023-91B353059B2B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24182FE3-BB0B-C6D3-F374-1250E32CD126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2E85A5DB-5C33-9B14-B561-051B7F6FBA9C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1E35084E-134D-86FF-93FE-F0AEE830C94A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605C48BD-7745-018D-BD18-66F097D9485C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3BBA7CA7-0B05-8A29-FDD4-11044864394A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BDB7B77-F504-F7ED-7CC0-6D9E798509F7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36A1D968-7D4D-B27D-B512-212209956B38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D6C20377-AB3B-06C0-45D7-2A1738725BA8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608AC0D5-EA29-57CA-D017-348146A7CF97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554A8B07-9821-6D8F-6F35-429995185534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0AF1D81D-6D5A-5D0B-4104-94A95CF82956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4F3E639A-DA4B-59E8-B1B1-95A8AE09EABF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2A16258-4A41-6F9F-5A7A-7DD988B23081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47CE69BF-CB2A-E6F0-85F8-3ECA210765FF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C268204E-F241-C8C6-D3EB-1A551F4C8B7F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9154F413-991D-96E9-E450-D2352B785B6E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C292DE9A-C2C4-F221-2A93-D1D5FC8B509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59DC36C4-F6F7-9244-4179-DCBF13DD8FBE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A57924E9-912D-94DD-DBE7-BC252CCBCA3E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726F598F-9D05-4871-DBED-2FBD8D8F6028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7BA171D2-E788-8087-E839-3C910DAE02DF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0125A499-1F1A-BECA-F8ED-518810931E31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7B36B013-8664-27D8-07F7-B0826AE3DE2B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73E8097E-A500-AEF8-15D8-4819674A5F00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2A46E530-2ABC-B89F-84D2-4519B9F98F7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D9678DAD-B5AB-CF99-18A9-610DBF51F50F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0C353FC0-4DE5-4275-DE5D-E25BAAAF3B9F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C76AE312-1DA9-155D-40EC-E4E070050693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F4CDAD1-4315-8B79-2BAD-D873C9EB85B5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064039B8-5536-B2C8-F7AA-98FBC82D3621}"/>
              </a:ext>
            </a:extLst>
          </p:cNvPr>
          <p:cNvSpPr txBox="1"/>
          <p:nvPr/>
        </p:nvSpPr>
        <p:spPr>
          <a:xfrm>
            <a:off x="263769" y="472528"/>
            <a:ext cx="100543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 </a:t>
            </a:r>
            <a:r>
              <a:rPr kumimoji="1" lang="en-US" altLang="ko-KR" sz="2800">
                <a:latin typeface="+mn-ea"/>
              </a:rPr>
              <a:t>(</a:t>
            </a:r>
            <a:r>
              <a:rPr kumimoji="1" lang="ko-KR" altLang="en-US" sz="2800">
                <a:latin typeface="+mn-ea"/>
              </a:rPr>
              <a:t>대안비교</a:t>
            </a:r>
            <a:r>
              <a:rPr kumimoji="1" lang="en-US" altLang="ko-KR" sz="2800">
                <a:latin typeface="+mn-ea"/>
              </a:rPr>
              <a:t>)</a:t>
            </a:r>
            <a:endParaRPr kumimoji="1" lang="ko-KR" altLang="en-US" sz="2800">
              <a:latin typeface="+mn-ea"/>
            </a:endParaRP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FDA43216-8332-8350-0226-82918EE536CE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0700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1F50-319F-80EC-DE95-6A12DB25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4986A98B-E2D0-0FE8-40D3-49AD78CAB183}"/>
              </a:ext>
            </a:extLst>
          </p:cNvPr>
          <p:cNvSpPr/>
          <p:nvPr/>
        </p:nvSpPr>
        <p:spPr>
          <a:xfrm>
            <a:off x="4333575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E27B279E-0060-2B7C-3448-0FB8977E1313}"/>
              </a:ext>
            </a:extLst>
          </p:cNvPr>
          <p:cNvSpPr/>
          <p:nvPr/>
        </p:nvSpPr>
        <p:spPr>
          <a:xfrm>
            <a:off x="2486487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AD107502-9E75-32CA-841A-FB17009C1F19}"/>
              </a:ext>
            </a:extLst>
          </p:cNvPr>
          <p:cNvSpPr/>
          <p:nvPr/>
        </p:nvSpPr>
        <p:spPr>
          <a:xfrm>
            <a:off x="4423833" y="5886900"/>
            <a:ext cx="790834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61518E2-AF03-B8D4-1BCD-2FE18CD1D3D3}"/>
              </a:ext>
            </a:extLst>
          </p:cNvPr>
          <p:cNvSpPr/>
          <p:nvPr/>
        </p:nvSpPr>
        <p:spPr>
          <a:xfrm>
            <a:off x="1316697" y="1951892"/>
            <a:ext cx="3982507" cy="343964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893BD780-8E77-8F39-16D8-06C64F546C08}"/>
              </a:ext>
            </a:extLst>
          </p:cNvPr>
          <p:cNvSpPr/>
          <p:nvPr/>
        </p:nvSpPr>
        <p:spPr>
          <a:xfrm>
            <a:off x="1389208" y="2734446"/>
            <a:ext cx="3836844" cy="255374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5AF23D3A-5DAB-C2D3-55E6-185264689030}"/>
              </a:ext>
            </a:extLst>
          </p:cNvPr>
          <p:cNvSpPr/>
          <p:nvPr/>
        </p:nvSpPr>
        <p:spPr>
          <a:xfrm>
            <a:off x="1498173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25E1CD8E-389B-ACA9-28F7-A89C4B0C0DCA}"/>
              </a:ext>
            </a:extLst>
          </p:cNvPr>
          <p:cNvSpPr/>
          <p:nvPr/>
        </p:nvSpPr>
        <p:spPr>
          <a:xfrm>
            <a:off x="241193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F67D5134-6D69-C226-89B4-16483452016F}"/>
              </a:ext>
            </a:extLst>
          </p:cNvPr>
          <p:cNvSpPr/>
          <p:nvPr/>
        </p:nvSpPr>
        <p:spPr>
          <a:xfrm>
            <a:off x="3325702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38FE4EF1-3B5F-366D-68E8-17697079A278}"/>
              </a:ext>
            </a:extLst>
          </p:cNvPr>
          <p:cNvSpPr/>
          <p:nvPr/>
        </p:nvSpPr>
        <p:spPr>
          <a:xfrm>
            <a:off x="4239467" y="4522322"/>
            <a:ext cx="851760" cy="515924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9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9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901C164-9E3A-54A9-54DB-7A538222171F}"/>
              </a:ext>
            </a:extLst>
          </p:cNvPr>
          <p:cNvSpPr/>
          <p:nvPr/>
        </p:nvSpPr>
        <p:spPr>
          <a:xfrm>
            <a:off x="1459867" y="3722396"/>
            <a:ext cx="3686223" cy="142583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6F65F17-DC50-496E-1B29-DC5D306FF0B9}"/>
              </a:ext>
            </a:extLst>
          </p:cNvPr>
          <p:cNvGrpSpPr/>
          <p:nvPr/>
        </p:nvGrpSpPr>
        <p:grpSpPr>
          <a:xfrm>
            <a:off x="1572905" y="3120621"/>
            <a:ext cx="2245636" cy="497836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76D823F7-BE2C-1480-3F4C-AB555A6FC9B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031D22AF-E72D-6FD1-DC0F-66A8CD65CAA1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446FD66-0326-F8A6-C8A3-14B13DA66DC1}"/>
              </a:ext>
            </a:extLst>
          </p:cNvPr>
          <p:cNvSpPr txBox="1"/>
          <p:nvPr/>
        </p:nvSpPr>
        <p:spPr>
          <a:xfrm>
            <a:off x="3631631" y="5789577"/>
            <a:ext cx="655558" cy="39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4B49D368-8C5A-D158-E3FD-8682FDC2D32A}"/>
              </a:ext>
            </a:extLst>
          </p:cNvPr>
          <p:cNvSpPr/>
          <p:nvPr/>
        </p:nvSpPr>
        <p:spPr>
          <a:xfrm>
            <a:off x="1402604" y="2299632"/>
            <a:ext cx="2363587" cy="3513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215300A-380F-77F7-8A70-69A19943BE2F}"/>
              </a:ext>
            </a:extLst>
          </p:cNvPr>
          <p:cNvSpPr/>
          <p:nvPr/>
        </p:nvSpPr>
        <p:spPr>
          <a:xfrm>
            <a:off x="1498173" y="4106313"/>
            <a:ext cx="1827529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BF4C1DD8-7A43-B261-BFBB-E3FD4A16FD0D}"/>
              </a:ext>
            </a:extLst>
          </p:cNvPr>
          <p:cNvSpPr/>
          <p:nvPr/>
        </p:nvSpPr>
        <p:spPr>
          <a:xfrm>
            <a:off x="3430686" y="4106313"/>
            <a:ext cx="1660540" cy="301241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0E1B37B4-DBDD-8FD8-C1FC-466568DF9A37}"/>
              </a:ext>
            </a:extLst>
          </p:cNvPr>
          <p:cNvSpPr/>
          <p:nvPr/>
        </p:nvSpPr>
        <p:spPr>
          <a:xfrm>
            <a:off x="1334343" y="5594764"/>
            <a:ext cx="961867" cy="82179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4F4A972D-160A-8053-5D5D-1F742B48AFD7}"/>
              </a:ext>
            </a:extLst>
          </p:cNvPr>
          <p:cNvSpPr/>
          <p:nvPr/>
        </p:nvSpPr>
        <p:spPr>
          <a:xfrm>
            <a:off x="1425784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49C4B96A-522C-7DF2-E9F8-3D3ECB3EA2D9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779804" y="5038245"/>
            <a:ext cx="9423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321B3BC6-505F-14D9-A5E0-BD3728AA075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4615328" y="5038245"/>
            <a:ext cx="162525" cy="919821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B48B2211-BB1D-A0B0-D4BB-9A2F622E1D70}"/>
              </a:ext>
            </a:extLst>
          </p:cNvPr>
          <p:cNvSpPr/>
          <p:nvPr/>
        </p:nvSpPr>
        <p:spPr>
          <a:xfrm>
            <a:off x="2569138" y="5916826"/>
            <a:ext cx="790833" cy="426993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26B8FD48-CBF4-A241-561F-0905F31817E4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787798" y="5038245"/>
            <a:ext cx="135360" cy="9497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1D8B0C17-EABC-A962-3D83-941F22E1525E}"/>
              </a:ext>
            </a:extLst>
          </p:cNvPr>
          <p:cNvGraphicFramePr>
            <a:graphicFrameLocks noGrp="1"/>
          </p:cNvGraphicFramePr>
          <p:nvPr/>
        </p:nvGraphicFramePr>
        <p:xfrm>
          <a:off x="5454162" y="3064995"/>
          <a:ext cx="1980000" cy="12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2BA842C6-EB38-1BE8-EAF8-B6C8A6344FF0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2195787"/>
          <a:ext cx="1980000" cy="5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84A0950D-976E-203D-1AE9-94E11440A61E}"/>
              </a:ext>
            </a:extLst>
          </p:cNvPr>
          <p:cNvGraphicFramePr>
            <a:graphicFrameLocks noGrp="1"/>
          </p:cNvGraphicFramePr>
          <p:nvPr/>
        </p:nvGraphicFramePr>
        <p:xfrm>
          <a:off x="5454163" y="4675888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8633C65-02D4-F6D9-CC74-5E6382C88EAF}"/>
              </a:ext>
            </a:extLst>
          </p:cNvPr>
          <p:cNvSpPr/>
          <p:nvPr/>
        </p:nvSpPr>
        <p:spPr>
          <a:xfrm>
            <a:off x="7868540" y="1959152"/>
            <a:ext cx="3982507" cy="343885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50000"/>
                    <a:lumOff val="50000"/>
                  </a:schemeClr>
                </a:solidFill>
                <a:latin typeface="Arial"/>
                <a:ea typeface="맑은 고딕"/>
                <a:cs typeface="Arial"/>
              </a:rPr>
              <a:t>(Coordinator; P0)</a:t>
            </a:r>
            <a:endParaRPr sz="1050" b="1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D8A751C-B838-31CB-32CF-372B7D70EA23}"/>
              </a:ext>
            </a:extLst>
          </p:cNvPr>
          <p:cNvSpPr/>
          <p:nvPr/>
        </p:nvSpPr>
        <p:spPr>
          <a:xfrm>
            <a:off x="7941051" y="2741527"/>
            <a:ext cx="3836844" cy="255316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6A9D3A9E-D5D8-0160-577F-7F58B4A8A690}"/>
              </a:ext>
            </a:extLst>
          </p:cNvPr>
          <p:cNvSpPr/>
          <p:nvPr/>
        </p:nvSpPr>
        <p:spPr>
          <a:xfrm>
            <a:off x="8011710" y="3729251"/>
            <a:ext cx="3686223" cy="1425511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3BF05F29-EEC9-907F-4226-5F8306392208}"/>
              </a:ext>
            </a:extLst>
          </p:cNvPr>
          <p:cNvGrpSpPr/>
          <p:nvPr/>
        </p:nvGrpSpPr>
        <p:grpSpPr>
          <a:xfrm>
            <a:off x="8124748" y="3127614"/>
            <a:ext cx="2245636" cy="497722"/>
            <a:chOff x="1270960" y="1773290"/>
            <a:chExt cx="2415061" cy="609591"/>
          </a:xfrm>
          <a:solidFill>
            <a:schemeClr val="bg1"/>
          </a:solidFill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049EEF0E-8867-D9C5-5115-9424ED17644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271B4BEA-BBEC-B4F0-FDCE-02E4A6EB34A4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grp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8F858572-B7F0-5B9B-534C-D1C877908AE1}"/>
              </a:ext>
            </a:extLst>
          </p:cNvPr>
          <p:cNvSpPr/>
          <p:nvPr/>
        </p:nvSpPr>
        <p:spPr>
          <a:xfrm>
            <a:off x="7954447" y="2266933"/>
            <a:ext cx="2363587" cy="391150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6" name="정육면체 245">
            <a:extLst>
              <a:ext uri="{FF2B5EF4-FFF2-40B4-BE49-F238E27FC236}">
                <a16:creationId xmlns:a16="http://schemas.microsoft.com/office/drawing/2014/main" id="{407F2285-D7BB-6E7C-AF8D-80D41E6E9836}"/>
              </a:ext>
            </a:extLst>
          </p:cNvPr>
          <p:cNvSpPr/>
          <p:nvPr/>
        </p:nvSpPr>
        <p:spPr>
          <a:xfrm>
            <a:off x="8895806" y="4560302"/>
            <a:ext cx="1898120" cy="501431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7" name="Rounded Rectangle 8">
            <a:extLst>
              <a:ext uri="{FF2B5EF4-FFF2-40B4-BE49-F238E27FC236}">
                <a16:creationId xmlns:a16="http://schemas.microsoft.com/office/drawing/2014/main" id="{2570156F-2231-2953-DCFD-ACDFFF801669}"/>
              </a:ext>
            </a:extLst>
          </p:cNvPr>
          <p:cNvSpPr/>
          <p:nvPr/>
        </p:nvSpPr>
        <p:spPr>
          <a:xfrm>
            <a:off x="8117678" y="4124891"/>
            <a:ext cx="1912558" cy="292778"/>
          </a:xfrm>
          <a:prstGeom prst="roundRect">
            <a:avLst>
              <a:gd name="adj" fmla="val 231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8" name="Can 27">
            <a:extLst>
              <a:ext uri="{FF2B5EF4-FFF2-40B4-BE49-F238E27FC236}">
                <a16:creationId xmlns:a16="http://schemas.microsoft.com/office/drawing/2014/main" id="{EF571973-9800-0BD6-39B3-BF52289B044B}"/>
              </a:ext>
            </a:extLst>
          </p:cNvPr>
          <p:cNvSpPr/>
          <p:nvPr/>
        </p:nvSpPr>
        <p:spPr>
          <a:xfrm>
            <a:off x="10222681" y="4042107"/>
            <a:ext cx="1350040" cy="429157"/>
          </a:xfrm>
          <a:prstGeom prst="can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3F82D5D8-37D0-8BD1-6820-E0665EF57A92}"/>
              </a:ext>
            </a:extLst>
          </p:cNvPr>
          <p:cNvSpPr/>
          <p:nvPr/>
        </p:nvSpPr>
        <p:spPr>
          <a:xfrm>
            <a:off x="10853264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CB1D088-6698-9368-477C-6148694A0629}"/>
              </a:ext>
            </a:extLst>
          </p:cNvPr>
          <p:cNvSpPr/>
          <p:nvPr/>
        </p:nvSpPr>
        <p:spPr>
          <a:xfrm>
            <a:off x="9006176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77E7BC8E-A650-453E-FA9A-881FE8F2DBE3}"/>
              </a:ext>
            </a:extLst>
          </p:cNvPr>
          <p:cNvSpPr/>
          <p:nvPr/>
        </p:nvSpPr>
        <p:spPr>
          <a:xfrm>
            <a:off x="10943522" y="5887022"/>
            <a:ext cx="790834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5953183-97DC-3D81-DDD4-FA8C76677643}"/>
              </a:ext>
            </a:extLst>
          </p:cNvPr>
          <p:cNvSpPr txBox="1"/>
          <p:nvPr/>
        </p:nvSpPr>
        <p:spPr>
          <a:xfrm>
            <a:off x="10151320" y="5789721"/>
            <a:ext cx="655558" cy="39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FDE0AEF5-CF58-11FF-3C42-25171A03ED97}"/>
              </a:ext>
            </a:extLst>
          </p:cNvPr>
          <p:cNvSpPr/>
          <p:nvPr/>
        </p:nvSpPr>
        <p:spPr>
          <a:xfrm>
            <a:off x="7854032" y="5594952"/>
            <a:ext cx="961867" cy="82160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21666C84-1874-B36C-854A-1F5EBF8C60FA}"/>
              </a:ext>
            </a:extLst>
          </p:cNvPr>
          <p:cNvSpPr/>
          <p:nvPr/>
        </p:nvSpPr>
        <p:spPr>
          <a:xfrm>
            <a:off x="7945473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015D541-F6AE-99A4-ADEC-3AF79FDA006F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99493" y="5061733"/>
            <a:ext cx="846580" cy="926359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3E3540E6-B207-02FC-C28A-8DBA92F8087F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71645" y="5051409"/>
            <a:ext cx="925897" cy="906763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8D5BB4DE-F0B8-8012-3447-A8F585581044}"/>
              </a:ext>
            </a:extLst>
          </p:cNvPr>
          <p:cNvSpPr/>
          <p:nvPr/>
        </p:nvSpPr>
        <p:spPr>
          <a:xfrm>
            <a:off x="9088827" y="5916942"/>
            <a:ext cx="790833" cy="426895"/>
          </a:xfrm>
          <a:prstGeom prst="cube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FA4C674B-57E8-C6EF-F99D-CE9B48A59A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448668" y="5061733"/>
            <a:ext cx="354411" cy="92636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C87E956-1C65-0F08-EA40-AFF154AEFC37}"/>
              </a:ext>
            </a:extLst>
          </p:cNvPr>
          <p:cNvGraphicFramePr>
            <a:graphicFrameLocks noGrp="1"/>
          </p:cNvGraphicFramePr>
          <p:nvPr/>
        </p:nvGraphicFramePr>
        <p:xfrm>
          <a:off x="11980078" y="2299632"/>
          <a:ext cx="198000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93150355-CB97-EC19-2CD7-28747594022A}"/>
              </a:ext>
            </a:extLst>
          </p:cNvPr>
          <p:cNvGraphicFramePr>
            <a:graphicFrameLocks noGrp="1"/>
          </p:cNvGraphicFramePr>
          <p:nvPr/>
        </p:nvGraphicFramePr>
        <p:xfrm>
          <a:off x="11976323" y="4383197"/>
          <a:ext cx="1980000" cy="176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P0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890442D9-5458-29DB-DF6E-B9AB31558392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268B4DFF-B4F1-593D-5AAB-2A05C4D4708F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4C924B86-059F-992D-797B-12831445B42A}"/>
              </a:ext>
            </a:extLst>
          </p:cNvPr>
          <p:cNvSpPr txBox="1"/>
          <p:nvPr/>
        </p:nvSpPr>
        <p:spPr>
          <a:xfrm>
            <a:off x="5401851" y="195189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1" u="sng"/>
              <a:t>현재 라운드 제안</a:t>
            </a:r>
            <a:r>
              <a:rPr lang="ko-KR" altLang="en-US" sz="1000"/>
              <a:t> </a:t>
            </a:r>
            <a:r>
              <a:rPr lang="en-US" altLang="ko-KR" sz="1000"/>
              <a:t>(Round #3)</a:t>
            </a:r>
            <a:endParaRPr lang="ko-KR" altLang="en-US" sz="100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AEC7467D-3CF8-5D54-223C-A3A9D744ACD6}"/>
              </a:ext>
            </a:extLst>
          </p:cNvPr>
          <p:cNvSpPr txBox="1"/>
          <p:nvPr/>
        </p:nvSpPr>
        <p:spPr>
          <a:xfrm>
            <a:off x="5401851" y="2839610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제안 건별 수용 여부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5E72D668-9F50-7266-AD05-A68D1B3EB0E9}"/>
              </a:ext>
            </a:extLst>
          </p:cNvPr>
          <p:cNvSpPr txBox="1"/>
          <p:nvPr/>
        </p:nvSpPr>
        <p:spPr>
          <a:xfrm>
            <a:off x="5401851" y="4459405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223D061F-007A-DA24-47EA-A7A0E381BB35}"/>
              </a:ext>
            </a:extLst>
          </p:cNvPr>
          <p:cNvSpPr txBox="1"/>
          <p:nvPr/>
        </p:nvSpPr>
        <p:spPr>
          <a:xfrm>
            <a:off x="11972468" y="201352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라운드별 누적 제안 기록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DF8F790E-4AA5-D921-4275-17207CAD4AEA}"/>
              </a:ext>
            </a:extLst>
          </p:cNvPr>
          <p:cNvSpPr txBox="1"/>
          <p:nvPr/>
        </p:nvSpPr>
        <p:spPr>
          <a:xfrm>
            <a:off x="11921706" y="4152542"/>
            <a:ext cx="20846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sng"/>
              <a:t>참여자별 선호 순위</a:t>
            </a:r>
            <a:r>
              <a:rPr lang="ko-KR" altLang="en-US" sz="1000" b="1"/>
              <a:t> </a:t>
            </a:r>
            <a:r>
              <a:rPr lang="en-US" altLang="ko-KR" sz="1000"/>
              <a:t>(</a:t>
            </a:r>
            <a:r>
              <a:rPr lang="ko-KR" altLang="en-US" sz="1000"/>
              <a:t>미공개  정보</a:t>
            </a:r>
            <a:r>
              <a:rPr lang="en-US" altLang="ko-KR" sz="1000"/>
              <a:t>)</a:t>
            </a:r>
            <a:endParaRPr lang="ko-KR" altLang="en-US" sz="10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B9E2BC5-6434-051C-410F-E845BB980909}"/>
              </a:ext>
            </a:extLst>
          </p:cNvPr>
          <p:cNvSpPr txBox="1"/>
          <p:nvPr/>
        </p:nvSpPr>
        <p:spPr>
          <a:xfrm>
            <a:off x="263769" y="472528"/>
            <a:ext cx="82734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2800">
                <a:latin typeface="+mn-ea"/>
              </a:rPr>
              <a:t>DP2. </a:t>
            </a:r>
            <a:r>
              <a:rPr kumimoji="1" lang="ko-KR" altLang="en-US" sz="2800">
                <a:latin typeface="+mn-ea"/>
              </a:rPr>
              <a:t>정확성을 높이기 위한 다자간 협상 구조 설계</a:t>
            </a:r>
          </a:p>
        </p:txBody>
      </p:sp>
      <p:graphicFrame>
        <p:nvGraphicFramePr>
          <p:cNvPr id="296" name="표 295">
            <a:extLst>
              <a:ext uri="{FF2B5EF4-FFF2-40B4-BE49-F238E27FC236}">
                <a16:creationId xmlns:a16="http://schemas.microsoft.com/office/drawing/2014/main" id="{ED913122-8DF1-ED04-5B8B-78F3E7BADF3A}"/>
              </a:ext>
            </a:extLst>
          </p:cNvPr>
          <p:cNvGraphicFramePr>
            <a:graphicFrameLocks noGrp="1"/>
          </p:cNvGraphicFramePr>
          <p:nvPr/>
        </p:nvGraphicFramePr>
        <p:xfrm>
          <a:off x="275001" y="1255083"/>
          <a:ext cx="13832885" cy="76688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40158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466115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502769"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다중 SAO 세션 조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안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ko-KR" sz="1600">
                          <a:latin typeface="+mn-ea"/>
                          <a:ea typeface="+mn-ea"/>
                        </a:rPr>
                        <a:t>누적 공통제안 합의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47866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6139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6029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16259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latin typeface="+mn-ea"/>
                          <a:ea typeface="+mn-ea"/>
                        </a:rPr>
                        <a:t>판별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7274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17E5-3BAC-562D-E7B5-A17E82270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F64D622-408D-6EFA-5A0D-11E9688541C7}"/>
              </a:ext>
            </a:extLst>
          </p:cNvPr>
          <p:cNvGrpSpPr/>
          <p:nvPr/>
        </p:nvGrpSpPr>
        <p:grpSpPr>
          <a:xfrm>
            <a:off x="1264445" y="1951892"/>
            <a:ext cx="3982507" cy="5194086"/>
            <a:chOff x="1264445" y="914399"/>
            <a:chExt cx="3982507" cy="5194086"/>
          </a:xfrm>
        </p:grpSpPr>
        <p:sp>
          <p:nvSpPr>
            <p:cNvPr id="230" name="Rounded Rectangle 8">
              <a:extLst>
                <a:ext uri="{FF2B5EF4-FFF2-40B4-BE49-F238E27FC236}">
                  <a16:creationId xmlns:a16="http://schemas.microsoft.com/office/drawing/2014/main" id="{30EC7438-EA6D-9D09-305A-D0A91BB6918F}"/>
                </a:ext>
              </a:extLst>
            </p:cNvPr>
            <p:cNvSpPr/>
            <p:nvPr/>
          </p:nvSpPr>
          <p:spPr>
            <a:xfrm>
              <a:off x="4281323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29" name="Rounded Rectangle 8">
              <a:extLst>
                <a:ext uri="{FF2B5EF4-FFF2-40B4-BE49-F238E27FC236}">
                  <a16:creationId xmlns:a16="http://schemas.microsoft.com/office/drawing/2014/main" id="{E10440E1-E2DA-AA74-39AE-F3FB651E01EA}"/>
                </a:ext>
              </a:extLst>
            </p:cNvPr>
            <p:cNvSpPr/>
            <p:nvPr/>
          </p:nvSpPr>
          <p:spPr>
            <a:xfrm>
              <a:off x="2434235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3" name="정육면체 162">
              <a:extLst>
                <a:ext uri="{FF2B5EF4-FFF2-40B4-BE49-F238E27FC236}">
                  <a16:creationId xmlns:a16="http://schemas.microsoft.com/office/drawing/2014/main" id="{6243E30D-103E-A543-91BA-77616C514439}"/>
                </a:ext>
              </a:extLst>
            </p:cNvPr>
            <p:cNvSpPr/>
            <p:nvPr/>
          </p:nvSpPr>
          <p:spPr>
            <a:xfrm>
              <a:off x="4371581" y="5492292"/>
              <a:ext cx="790834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sp>
          <p:nvSpPr>
            <p:cNvPr id="140" name="Rounded Rectangle 8">
              <a:extLst>
                <a:ext uri="{FF2B5EF4-FFF2-40B4-BE49-F238E27FC236}">
                  <a16:creationId xmlns:a16="http://schemas.microsoft.com/office/drawing/2014/main" id="{AD99A66C-43E1-C016-A059-FD8C95BCF7A0}"/>
                </a:ext>
              </a:extLst>
            </p:cNvPr>
            <p:cNvSpPr/>
            <p:nvPr/>
          </p:nvSpPr>
          <p:spPr>
            <a:xfrm>
              <a:off x="1264445" y="914399"/>
              <a:ext cx="3982507" cy="4001601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" name="Rounded Rectangle 8">
              <a:extLst>
                <a:ext uri="{FF2B5EF4-FFF2-40B4-BE49-F238E27FC236}">
                  <a16:creationId xmlns:a16="http://schemas.microsoft.com/office/drawing/2014/main" id="{961729A0-421E-03B8-40FB-519536175A7D}"/>
                </a:ext>
              </a:extLst>
            </p:cNvPr>
            <p:cNvSpPr/>
            <p:nvPr/>
          </p:nvSpPr>
          <p:spPr>
            <a:xfrm>
              <a:off x="1336956" y="1824803"/>
              <a:ext cx="3836844" cy="2970969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" name="정육면체 4">
              <a:extLst>
                <a:ext uri="{FF2B5EF4-FFF2-40B4-BE49-F238E27FC236}">
                  <a16:creationId xmlns:a16="http://schemas.microsoft.com/office/drawing/2014/main" id="{D11C44E8-3EB9-3D28-C4D3-F53E822E6287}"/>
                </a:ext>
              </a:extLst>
            </p:cNvPr>
            <p:cNvSpPr/>
            <p:nvPr/>
          </p:nvSpPr>
          <p:spPr>
            <a:xfrm>
              <a:off x="1445921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2" name="정육면체 11">
              <a:extLst>
                <a:ext uri="{FF2B5EF4-FFF2-40B4-BE49-F238E27FC236}">
                  <a16:creationId xmlns:a16="http://schemas.microsoft.com/office/drawing/2014/main" id="{7CFCD62F-3B82-5540-E030-C16497A83335}"/>
                </a:ext>
              </a:extLst>
            </p:cNvPr>
            <p:cNvSpPr/>
            <p:nvPr/>
          </p:nvSpPr>
          <p:spPr>
            <a:xfrm>
              <a:off x="235968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#2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3" name="정육면체 12">
              <a:extLst>
                <a:ext uri="{FF2B5EF4-FFF2-40B4-BE49-F238E27FC236}">
                  <a16:creationId xmlns:a16="http://schemas.microsoft.com/office/drawing/2014/main" id="{440D8DC3-C8F0-FF37-3EE4-8CC284410EB3}"/>
                </a:ext>
              </a:extLst>
            </p:cNvPr>
            <p:cNvSpPr/>
            <p:nvPr/>
          </p:nvSpPr>
          <p:spPr>
            <a:xfrm>
              <a:off x="3273450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… ...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4" name="정육면체 13">
              <a:extLst>
                <a:ext uri="{FF2B5EF4-FFF2-40B4-BE49-F238E27FC236}">
                  <a16:creationId xmlns:a16="http://schemas.microsoft.com/office/drawing/2014/main" id="{781C7C6F-7126-13A0-0DFB-DC72FC8C3FFA}"/>
                </a:ext>
              </a:extLst>
            </p:cNvPr>
            <p:cNvSpPr/>
            <p:nvPr/>
          </p:nvSpPr>
          <p:spPr>
            <a:xfrm>
              <a:off x="4187215" y="3904775"/>
              <a:ext cx="851760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SAO Negotiator</a:t>
              </a:r>
            </a:p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8C3C7875-09E4-A8CE-3DC3-09A509D93372}"/>
                </a:ext>
              </a:extLst>
            </p:cNvPr>
            <p:cNvSpPr/>
            <p:nvPr/>
          </p:nvSpPr>
          <p:spPr>
            <a:xfrm>
              <a:off x="1407615" y="2974161"/>
              <a:ext cx="3686223" cy="1658785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C3E032E0-062A-F761-F1BC-6A664CC001ED}"/>
                </a:ext>
              </a:extLst>
            </p:cNvPr>
            <p:cNvGrpSpPr/>
            <p:nvPr/>
          </p:nvGrpSpPr>
          <p:grpSpPr>
            <a:xfrm>
              <a:off x="1520653" y="2274070"/>
              <a:ext cx="2245636" cy="579170"/>
              <a:chOff x="1270960" y="1773290"/>
              <a:chExt cx="2415061" cy="609591"/>
            </a:xfrm>
          </p:grpSpPr>
          <p:sp>
            <p:nvSpPr>
              <p:cNvPr id="10" name="Can 27">
                <a:extLst>
                  <a:ext uri="{FF2B5EF4-FFF2-40B4-BE49-F238E27FC236}">
                    <a16:creationId xmlns:a16="http://schemas.microsoft.com/office/drawing/2014/main" id="{648A93F7-39DD-5470-1FCB-EFD160BC9BBE}"/>
                  </a:ext>
                </a:extLst>
              </p:cNvPr>
              <p:cNvSpPr/>
              <p:nvPr/>
            </p:nvSpPr>
            <p:spPr>
              <a:xfrm>
                <a:off x="1270960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6" name="Can 27">
                <a:extLst>
                  <a:ext uri="{FF2B5EF4-FFF2-40B4-BE49-F238E27FC236}">
                    <a16:creationId xmlns:a16="http://schemas.microsoft.com/office/drawing/2014/main" id="{BB5CAB7D-FB32-2B80-65C6-CC0952054758}"/>
                  </a:ext>
                </a:extLst>
              </p:cNvPr>
              <p:cNvSpPr/>
              <p:nvPr/>
            </p:nvSpPr>
            <p:spPr>
              <a:xfrm>
                <a:off x="2581425" y="1773290"/>
                <a:ext cx="1104596" cy="609591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1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5854502-848F-F2CF-D75C-2BA265EFA15E}"/>
                </a:ext>
              </a:extLst>
            </p:cNvPr>
            <p:cNvSpPr txBox="1"/>
            <p:nvPr/>
          </p:nvSpPr>
          <p:spPr>
            <a:xfrm>
              <a:off x="3579379" y="5379069"/>
              <a:ext cx="6555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42" name="Rounded Rectangle 8">
              <a:extLst>
                <a:ext uri="{FF2B5EF4-FFF2-40B4-BE49-F238E27FC236}">
                  <a16:creationId xmlns:a16="http://schemas.microsoft.com/office/drawing/2014/main" id="{05E3474C-A2B4-3939-D996-F5BFC59562DD}"/>
                </a:ext>
              </a:extLst>
            </p:cNvPr>
            <p:cNvSpPr/>
            <p:nvPr/>
          </p:nvSpPr>
          <p:spPr>
            <a:xfrm>
              <a:off x="1350352" y="1272546"/>
              <a:ext cx="2363587" cy="455158"/>
            </a:xfrm>
            <a:prstGeom prst="roundRect">
              <a:avLst>
                <a:gd name="adj" fmla="val 231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Lifecycle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0" name="Rounded Rectangle 8">
              <a:extLst>
                <a:ext uri="{FF2B5EF4-FFF2-40B4-BE49-F238E27FC236}">
                  <a16:creationId xmlns:a16="http://schemas.microsoft.com/office/drawing/2014/main" id="{6F82545A-16E3-81DC-669F-61BD25E73F27}"/>
                </a:ext>
              </a:extLst>
            </p:cNvPr>
            <p:cNvSpPr/>
            <p:nvPr/>
          </p:nvSpPr>
          <p:spPr>
            <a:xfrm>
              <a:off x="1445921" y="3420801"/>
              <a:ext cx="1827529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Multi-session Coordinator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2" name="Rounded Rectangle 8">
              <a:extLst>
                <a:ext uri="{FF2B5EF4-FFF2-40B4-BE49-F238E27FC236}">
                  <a16:creationId xmlns:a16="http://schemas.microsoft.com/office/drawing/2014/main" id="{E6E55543-A648-9871-B2D7-F16B296C8D9A}"/>
                </a:ext>
              </a:extLst>
            </p:cNvPr>
            <p:cNvSpPr/>
            <p:nvPr/>
          </p:nvSpPr>
          <p:spPr>
            <a:xfrm>
              <a:off x="3378434" y="3420801"/>
              <a:ext cx="1660540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Batch-offer Aggregator 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7" name="Rounded Rectangle 8">
              <a:extLst>
                <a:ext uri="{FF2B5EF4-FFF2-40B4-BE49-F238E27FC236}">
                  <a16:creationId xmlns:a16="http://schemas.microsoft.com/office/drawing/2014/main" id="{5EFB5092-7B8C-1D7E-31AE-B047B8432D5B}"/>
                </a:ext>
              </a:extLst>
            </p:cNvPr>
            <p:cNvSpPr/>
            <p:nvPr/>
          </p:nvSpPr>
          <p:spPr>
            <a:xfrm>
              <a:off x="1282091" y="5152428"/>
              <a:ext cx="961867" cy="95605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8" name="정육면체 17">
              <a:extLst>
                <a:ext uri="{FF2B5EF4-FFF2-40B4-BE49-F238E27FC236}">
                  <a16:creationId xmlns:a16="http://schemas.microsoft.com/office/drawing/2014/main" id="{A67781E0-A3AD-A245-B0BC-B72F536E33C5}"/>
                </a:ext>
              </a:extLst>
            </p:cNvPr>
            <p:cNvSpPr/>
            <p:nvPr/>
          </p:nvSpPr>
          <p:spPr>
            <a:xfrm>
              <a:off x="1373532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172" name="직선 화살표 연결선 171">
              <a:extLst>
                <a:ext uri="{FF2B5EF4-FFF2-40B4-BE49-F238E27FC236}">
                  <a16:creationId xmlns:a16="http://schemas.microsoft.com/office/drawing/2014/main" id="{6C2A4D0B-ECEE-5DD2-0364-8000EE1D793D}"/>
                </a:ext>
              </a:extLst>
            </p:cNvPr>
            <p:cNvCxnSpPr>
              <a:cxnSpLocks/>
              <a:stCxn id="5" idx="3"/>
              <a:endCxn id="18" idx="1"/>
            </p:cNvCxnSpPr>
            <p:nvPr/>
          </p:nvCxnSpPr>
          <p:spPr>
            <a:xfrm flipH="1">
              <a:off x="1727552" y="4504988"/>
              <a:ext cx="9423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5" name="직선 화살표 연결선 174">
              <a:extLst>
                <a:ext uri="{FF2B5EF4-FFF2-40B4-BE49-F238E27FC236}">
                  <a16:creationId xmlns:a16="http://schemas.microsoft.com/office/drawing/2014/main" id="{0DB8FE21-5E0A-3DFD-C76E-CA7C9BC8D988}"/>
                </a:ext>
              </a:extLst>
            </p:cNvPr>
            <p:cNvCxnSpPr>
              <a:cxnSpLocks/>
              <a:stCxn id="14" idx="3"/>
              <a:endCxn id="163" idx="1"/>
            </p:cNvCxnSpPr>
            <p:nvPr/>
          </p:nvCxnSpPr>
          <p:spPr>
            <a:xfrm>
              <a:off x="4563076" y="4504988"/>
              <a:ext cx="162525" cy="1070098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정육면체 197">
              <a:extLst>
                <a:ext uri="{FF2B5EF4-FFF2-40B4-BE49-F238E27FC236}">
                  <a16:creationId xmlns:a16="http://schemas.microsoft.com/office/drawing/2014/main" id="{628C445A-404A-B7E3-577A-03750CC46D5C}"/>
                </a:ext>
              </a:extLst>
            </p:cNvPr>
            <p:cNvSpPr/>
            <p:nvPr/>
          </p:nvSpPr>
          <p:spPr>
            <a:xfrm>
              <a:off x="2516886" y="5527108"/>
              <a:ext cx="790833" cy="49675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</a:p>
          </p:txBody>
        </p:sp>
        <p:cxnSp>
          <p:nvCxnSpPr>
            <p:cNvPr id="200" name="직선 화살표 연결선 199">
              <a:extLst>
                <a:ext uri="{FF2B5EF4-FFF2-40B4-BE49-F238E27FC236}">
                  <a16:creationId xmlns:a16="http://schemas.microsoft.com/office/drawing/2014/main" id="{DFF45DEF-C860-159A-18D8-3154ED732AE8}"/>
                </a:ext>
              </a:extLst>
            </p:cNvPr>
            <p:cNvCxnSpPr>
              <a:cxnSpLocks/>
              <a:stCxn id="12" idx="3"/>
              <a:endCxn id="198" idx="1"/>
            </p:cNvCxnSpPr>
            <p:nvPr/>
          </p:nvCxnSpPr>
          <p:spPr>
            <a:xfrm>
              <a:off x="2735546" y="4504988"/>
              <a:ext cx="135360" cy="1104914"/>
            </a:xfrm>
            <a:prstGeom prst="straightConnector1">
              <a:avLst/>
            </a:prstGeom>
            <a:solidFill>
              <a:srgbClr val="F5F5F5"/>
            </a:solidFill>
            <a:ln w="12700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7F61EF58-4E02-85E8-3494-5657F7155A0E}"/>
              </a:ext>
            </a:extLst>
          </p:cNvPr>
          <p:cNvGraphicFramePr>
            <a:graphicFrameLocks noGrp="1"/>
          </p:cNvGraphicFramePr>
          <p:nvPr/>
        </p:nvGraphicFramePr>
        <p:xfrm>
          <a:off x="5401910" y="3200256"/>
          <a:ext cx="1980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E47027C9-73F6-9ADB-4D8C-63D3CCCF24D2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2186733"/>
          <a:ext cx="1980000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CF421A06-15C1-7B05-908A-EC549F253C9C}"/>
              </a:ext>
            </a:extLst>
          </p:cNvPr>
          <p:cNvGraphicFramePr>
            <a:graphicFrameLocks noGrp="1"/>
          </p:cNvGraphicFramePr>
          <p:nvPr/>
        </p:nvGraphicFramePr>
        <p:xfrm>
          <a:off x="5401911" y="4992345"/>
          <a:ext cx="1980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80E1DEB0-6712-4FC2-7175-74E2EA68AB95}"/>
              </a:ext>
            </a:extLst>
          </p:cNvPr>
          <p:cNvSpPr/>
          <p:nvPr/>
        </p:nvSpPr>
        <p:spPr>
          <a:xfrm>
            <a:off x="7816288" y="1959151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A54AA5AC-DF19-F3B8-E641-0494487ED75C}"/>
              </a:ext>
            </a:extLst>
          </p:cNvPr>
          <p:cNvSpPr/>
          <p:nvPr/>
        </p:nvSpPr>
        <p:spPr>
          <a:xfrm>
            <a:off x="7888799" y="2869555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87AC49B8-4CC6-247E-6CE3-E4E8DF194F9B}"/>
              </a:ext>
            </a:extLst>
          </p:cNvPr>
          <p:cNvSpPr/>
          <p:nvPr/>
        </p:nvSpPr>
        <p:spPr>
          <a:xfrm>
            <a:off x="7959458" y="4018913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0716A6B7-C5E7-C43A-C669-49D758B51F23}"/>
              </a:ext>
            </a:extLst>
          </p:cNvPr>
          <p:cNvGrpSpPr/>
          <p:nvPr/>
        </p:nvGrpSpPr>
        <p:grpSpPr>
          <a:xfrm>
            <a:off x="8072496" y="3318822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C578E2FE-F99B-BAF8-B502-B2ED93DC989E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4240DD14-2F26-8614-D5CB-D649F7843483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C4C661CC-1F59-2262-1707-5983B95EB243}"/>
              </a:ext>
            </a:extLst>
          </p:cNvPr>
          <p:cNvSpPr/>
          <p:nvPr/>
        </p:nvSpPr>
        <p:spPr>
          <a:xfrm>
            <a:off x="7902195" y="2317298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F1022E30-B7A9-EF53-0D0F-1182AD197A5C}"/>
              </a:ext>
            </a:extLst>
          </p:cNvPr>
          <p:cNvGrpSpPr/>
          <p:nvPr/>
        </p:nvGrpSpPr>
        <p:grpSpPr>
          <a:xfrm>
            <a:off x="8065426" y="4428567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56BCC4DE-B761-EB67-3E9F-1A4EB590F1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7FADA20F-BED3-081A-D5F2-94CF2348BD4E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B1C706E6-96AF-5E74-8684-0C867EB831B9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9C5A865F-EBA5-A9BC-4588-47781D33A95F}"/>
              </a:ext>
            </a:extLst>
          </p:cNvPr>
          <p:cNvSpPr/>
          <p:nvPr/>
        </p:nvSpPr>
        <p:spPr>
          <a:xfrm>
            <a:off x="10801012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F5CC8904-0AD7-E1E0-3573-3272FA648D0C}"/>
              </a:ext>
            </a:extLst>
          </p:cNvPr>
          <p:cNvSpPr/>
          <p:nvPr/>
        </p:nvSpPr>
        <p:spPr>
          <a:xfrm>
            <a:off x="8953924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999EFD9B-5C6D-A81F-6A5E-ABDB01472F02}"/>
              </a:ext>
            </a:extLst>
          </p:cNvPr>
          <p:cNvSpPr/>
          <p:nvPr/>
        </p:nvSpPr>
        <p:spPr>
          <a:xfrm>
            <a:off x="10891270" y="6529785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6C5A3A7-6369-BDE9-9CA4-6319330A71B1}"/>
              </a:ext>
            </a:extLst>
          </p:cNvPr>
          <p:cNvSpPr txBox="1"/>
          <p:nvPr/>
        </p:nvSpPr>
        <p:spPr>
          <a:xfrm>
            <a:off x="10099068" y="6416562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03B98FEF-B095-3715-A535-F88458B8928C}"/>
              </a:ext>
            </a:extLst>
          </p:cNvPr>
          <p:cNvSpPr/>
          <p:nvPr/>
        </p:nvSpPr>
        <p:spPr>
          <a:xfrm>
            <a:off x="7801780" y="6189921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3F9EA52E-3953-E960-42C5-B6E8E234D12D}"/>
              </a:ext>
            </a:extLst>
          </p:cNvPr>
          <p:cNvSpPr/>
          <p:nvPr/>
        </p:nvSpPr>
        <p:spPr>
          <a:xfrm>
            <a:off x="7893221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81A2BD35-56EB-7E17-8E9E-9417E6EDD1D9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247241" y="5569445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7BC7FE66-B17B-F615-5E74-DCF1CC2493B9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319393" y="5557431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59312EEA-945F-CF2E-A4F2-E75697A642A7}"/>
              </a:ext>
            </a:extLst>
          </p:cNvPr>
          <p:cNvSpPr/>
          <p:nvPr/>
        </p:nvSpPr>
        <p:spPr>
          <a:xfrm>
            <a:off x="9036575" y="6564601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B8589AD1-FF7A-3F1A-9EE4-894B4347D1EA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390595" y="5569445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72" name="표 271">
            <a:extLst>
              <a:ext uri="{FF2B5EF4-FFF2-40B4-BE49-F238E27FC236}">
                <a16:creationId xmlns:a16="http://schemas.microsoft.com/office/drawing/2014/main" id="{27F9C0A7-60F8-CF9E-D2DC-C82959C3A51D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2189197"/>
          <a:ext cx="1980000" cy="19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273" name="표 272">
            <a:extLst>
              <a:ext uri="{FF2B5EF4-FFF2-40B4-BE49-F238E27FC236}">
                <a16:creationId xmlns:a16="http://schemas.microsoft.com/office/drawing/2014/main" id="{C0BD8BF0-022E-2073-0427-0C1BA26A6F0A}"/>
              </a:ext>
            </a:extLst>
          </p:cNvPr>
          <p:cNvGraphicFramePr>
            <a:graphicFrameLocks noGrp="1"/>
          </p:cNvGraphicFramePr>
          <p:nvPr/>
        </p:nvGraphicFramePr>
        <p:xfrm>
          <a:off x="11927826" y="4706524"/>
          <a:ext cx="1980000" cy="226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cxnSp>
        <p:nvCxnSpPr>
          <p:cNvPr id="276" name="직선 연결선[R] 275">
            <a:extLst>
              <a:ext uri="{FF2B5EF4-FFF2-40B4-BE49-F238E27FC236}">
                <a16:creationId xmlns:a16="http://schemas.microsoft.com/office/drawing/2014/main" id="{19B48DCE-755C-873A-896B-61ACFCA07743}"/>
              </a:ext>
            </a:extLst>
          </p:cNvPr>
          <p:cNvCxnSpPr/>
          <p:nvPr/>
        </p:nvCxnSpPr>
        <p:spPr>
          <a:xfrm>
            <a:off x="263769" y="1125415"/>
            <a:ext cx="1383909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직선 연결선[R] 280">
            <a:extLst>
              <a:ext uri="{FF2B5EF4-FFF2-40B4-BE49-F238E27FC236}">
                <a16:creationId xmlns:a16="http://schemas.microsoft.com/office/drawing/2014/main" id="{FC68F958-4C0D-3489-C280-9F80DC7EC397}"/>
              </a:ext>
            </a:extLst>
          </p:cNvPr>
          <p:cNvCxnSpPr>
            <a:cxnSpLocks/>
          </p:cNvCxnSpPr>
          <p:nvPr/>
        </p:nvCxnSpPr>
        <p:spPr>
          <a:xfrm>
            <a:off x="14536615" y="1994470"/>
            <a:ext cx="0" cy="542410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4" name="표 283">
            <a:extLst>
              <a:ext uri="{FF2B5EF4-FFF2-40B4-BE49-F238E27FC236}">
                <a16:creationId xmlns:a16="http://schemas.microsoft.com/office/drawing/2014/main" id="{BD94D65C-B5F7-BE66-075C-A18891B1621E}"/>
              </a:ext>
            </a:extLst>
          </p:cNvPr>
          <p:cNvGraphicFramePr>
            <a:graphicFrameLocks noGrp="1"/>
          </p:cNvGraphicFramePr>
          <p:nvPr/>
        </p:nvGraphicFramePr>
        <p:xfrm>
          <a:off x="233973" y="1503340"/>
          <a:ext cx="13868859" cy="87713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6612">
                  <a:extLst>
                    <a:ext uri="{9D8B030D-6E8A-4147-A177-3AD203B41FA5}">
                      <a16:colId xmlns:a16="http://schemas.microsoft.com/office/drawing/2014/main" val="171920951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3344496015"/>
                    </a:ext>
                  </a:extLst>
                </a:gridCol>
                <a:gridCol w="6541447">
                  <a:extLst>
                    <a:ext uri="{9D8B030D-6E8A-4147-A177-3AD203B41FA5}">
                      <a16:colId xmlns:a16="http://schemas.microsoft.com/office/drawing/2014/main" val="3196336936"/>
                    </a:ext>
                  </a:extLst>
                </a:gridCol>
              </a:tblGrid>
              <a:tr h="307875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5459969"/>
                  </a:ext>
                </a:extLst>
              </a:tr>
              <a:tr h="537576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040169"/>
                  </a:ext>
                </a:extLst>
              </a:tr>
              <a:tr h="70338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338454"/>
                  </a:ext>
                </a:extLst>
              </a:tr>
              <a:tr h="82647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2829552"/>
                  </a:ext>
                </a:extLst>
              </a:tr>
              <a:tr h="149999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965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834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A693-F53D-4271-EF16-5E917BE78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5E31BBDB-1A44-4C68-AC20-CB75C7E6B635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595D713-DCA2-0F18-2EC9-8D4E57CFA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850866"/>
              </p:ext>
            </p:extLst>
          </p:nvPr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3C826C1-A074-8FD4-A05B-1E9EB9513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39436"/>
              </p:ext>
            </p:extLst>
          </p:nvPr>
        </p:nvGraphicFramePr>
        <p:xfrm>
          <a:off x="1822813" y="3042889"/>
          <a:ext cx="2966722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576EBEB-EECF-A4E3-E19E-BE6C744C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679097"/>
              </p:ext>
            </p:extLst>
          </p:nvPr>
        </p:nvGraphicFramePr>
        <p:xfrm>
          <a:off x="1822814" y="2193575"/>
          <a:ext cx="2966722" cy="57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32B94250-78DC-988A-F17C-8351D0E302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19740"/>
              </p:ext>
            </p:extLst>
          </p:nvPr>
        </p:nvGraphicFramePr>
        <p:xfrm>
          <a:off x="1822814" y="4873533"/>
          <a:ext cx="2966722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272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02E544F-F81F-13E4-37CE-9CB9DA75C9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673338"/>
              </p:ext>
            </p:extLst>
          </p:nvPr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4534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B215-8827-1BEF-27C0-2A643F0D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ounded Rectangle 8">
            <a:extLst>
              <a:ext uri="{FF2B5EF4-FFF2-40B4-BE49-F238E27FC236}">
                <a16:creationId xmlns:a16="http://schemas.microsoft.com/office/drawing/2014/main" id="{7389F631-C22C-8095-F901-1AA4BF4A5EBA}"/>
              </a:ext>
            </a:extLst>
          </p:cNvPr>
          <p:cNvSpPr/>
          <p:nvPr/>
        </p:nvSpPr>
        <p:spPr>
          <a:xfrm>
            <a:off x="3699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29" name="Rounded Rectangle 8">
            <a:extLst>
              <a:ext uri="{FF2B5EF4-FFF2-40B4-BE49-F238E27FC236}">
                <a16:creationId xmlns:a16="http://schemas.microsoft.com/office/drawing/2014/main" id="{31F9BBA2-8ADD-1764-1396-3CAE21803456}"/>
              </a:ext>
            </a:extLst>
          </p:cNvPr>
          <p:cNvSpPr/>
          <p:nvPr/>
        </p:nvSpPr>
        <p:spPr>
          <a:xfrm>
            <a:off x="185245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3" name="정육면체 162">
            <a:extLst>
              <a:ext uri="{FF2B5EF4-FFF2-40B4-BE49-F238E27FC236}">
                <a16:creationId xmlns:a16="http://schemas.microsoft.com/office/drawing/2014/main" id="{DD8D8704-5EFA-F108-81EB-420243C01C94}"/>
              </a:ext>
            </a:extLst>
          </p:cNvPr>
          <p:cNvSpPr/>
          <p:nvPr/>
        </p:nvSpPr>
        <p:spPr>
          <a:xfrm>
            <a:off x="3789803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F7E1CFFC-9438-B9A6-C724-FDA98186D8C3}"/>
              </a:ext>
            </a:extLst>
          </p:cNvPr>
          <p:cNvSpPr/>
          <p:nvPr/>
        </p:nvSpPr>
        <p:spPr>
          <a:xfrm>
            <a:off x="682667" y="914399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059D45B-16F9-CF16-9675-EEC16A20406F}"/>
              </a:ext>
            </a:extLst>
          </p:cNvPr>
          <p:cNvSpPr/>
          <p:nvPr/>
        </p:nvSpPr>
        <p:spPr>
          <a:xfrm>
            <a:off x="755178" y="1824803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024CC34D-966C-2A68-52FD-77836B2000BC}"/>
              </a:ext>
            </a:extLst>
          </p:cNvPr>
          <p:cNvSpPr/>
          <p:nvPr/>
        </p:nvSpPr>
        <p:spPr>
          <a:xfrm>
            <a:off x="864143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B09CDEB6-DAE6-30C9-A5DA-39C6F2F29E9E}"/>
              </a:ext>
            </a:extLst>
          </p:cNvPr>
          <p:cNvSpPr/>
          <p:nvPr/>
        </p:nvSpPr>
        <p:spPr>
          <a:xfrm>
            <a:off x="177790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E3008D4F-FFCB-8ABA-6613-8918513AA844}"/>
              </a:ext>
            </a:extLst>
          </p:cNvPr>
          <p:cNvSpPr/>
          <p:nvPr/>
        </p:nvSpPr>
        <p:spPr>
          <a:xfrm>
            <a:off x="2691672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34379A6-D64C-DB76-1D41-06AEB830C543}"/>
              </a:ext>
            </a:extLst>
          </p:cNvPr>
          <p:cNvSpPr/>
          <p:nvPr/>
        </p:nvSpPr>
        <p:spPr>
          <a:xfrm>
            <a:off x="3605437" y="3904775"/>
            <a:ext cx="851760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SAO 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B84A9921-F3E4-6484-4CA4-2B960276ABF9}"/>
              </a:ext>
            </a:extLst>
          </p:cNvPr>
          <p:cNvSpPr/>
          <p:nvPr/>
        </p:nvSpPr>
        <p:spPr>
          <a:xfrm>
            <a:off x="825837" y="2974161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979986DE-0542-8F5C-222A-FDBA60BCF92E}"/>
              </a:ext>
            </a:extLst>
          </p:cNvPr>
          <p:cNvGrpSpPr/>
          <p:nvPr/>
        </p:nvGrpSpPr>
        <p:grpSpPr>
          <a:xfrm>
            <a:off x="938875" y="2274070"/>
            <a:ext cx="2245636" cy="579170"/>
            <a:chOff x="1270960" y="1773290"/>
            <a:chExt cx="2415061" cy="609591"/>
          </a:xfrm>
        </p:grpSpPr>
        <p:sp>
          <p:nvSpPr>
            <p:cNvPr id="10" name="Can 27">
              <a:extLst>
                <a:ext uri="{FF2B5EF4-FFF2-40B4-BE49-F238E27FC236}">
                  <a16:creationId xmlns:a16="http://schemas.microsoft.com/office/drawing/2014/main" id="{B26608D4-AFE5-FC93-0914-FD95368AF161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6" name="Can 27">
              <a:extLst>
                <a:ext uri="{FF2B5EF4-FFF2-40B4-BE49-F238E27FC236}">
                  <a16:creationId xmlns:a16="http://schemas.microsoft.com/office/drawing/2014/main" id="{4C2C6782-9C60-69F5-F344-C3C6A960F7F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CAB329AD-3B1F-D9DC-3BB6-585E75F327FB}"/>
              </a:ext>
            </a:extLst>
          </p:cNvPr>
          <p:cNvSpPr txBox="1"/>
          <p:nvPr/>
        </p:nvSpPr>
        <p:spPr>
          <a:xfrm>
            <a:off x="2997601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5E03845-AC1D-D602-1369-312EFD1696A3}"/>
              </a:ext>
            </a:extLst>
          </p:cNvPr>
          <p:cNvSpPr/>
          <p:nvPr/>
        </p:nvSpPr>
        <p:spPr>
          <a:xfrm>
            <a:off x="768574" y="1272546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6A93157-C700-7FA8-9312-9403ED782228}"/>
              </a:ext>
            </a:extLst>
          </p:cNvPr>
          <p:cNvSpPr/>
          <p:nvPr/>
        </p:nvSpPr>
        <p:spPr>
          <a:xfrm>
            <a:off x="864143" y="3420801"/>
            <a:ext cx="1827529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Coordinator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4A170E33-B9B3-13E6-A4C7-AD9D2D44D618}"/>
              </a:ext>
            </a:extLst>
          </p:cNvPr>
          <p:cNvSpPr/>
          <p:nvPr/>
        </p:nvSpPr>
        <p:spPr>
          <a:xfrm>
            <a:off x="2796656" y="3420801"/>
            <a:ext cx="166054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Aggregator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447649B-A750-0EC1-C4EC-8B676DA1C891}"/>
              </a:ext>
            </a:extLst>
          </p:cNvPr>
          <p:cNvSpPr/>
          <p:nvPr/>
        </p:nvSpPr>
        <p:spPr>
          <a:xfrm>
            <a:off x="700313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EAD71014-A53B-7454-B7FC-A126F95847B9}"/>
              </a:ext>
            </a:extLst>
          </p:cNvPr>
          <p:cNvSpPr/>
          <p:nvPr/>
        </p:nvSpPr>
        <p:spPr>
          <a:xfrm>
            <a:off x="791754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F501FCAD-BD46-3183-170E-46F0ED80714D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1145774" y="4504988"/>
            <a:ext cx="9423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B800BB86-2A37-DC0D-67BE-59832261A2FB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3981298" y="4504988"/>
            <a:ext cx="162525" cy="107009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198" name="정육면체 197">
            <a:extLst>
              <a:ext uri="{FF2B5EF4-FFF2-40B4-BE49-F238E27FC236}">
                <a16:creationId xmlns:a16="http://schemas.microsoft.com/office/drawing/2014/main" id="{0CAAFDDC-09BA-420C-1CF6-72ED0C1E9129}"/>
              </a:ext>
            </a:extLst>
          </p:cNvPr>
          <p:cNvSpPr/>
          <p:nvPr/>
        </p:nvSpPr>
        <p:spPr>
          <a:xfrm>
            <a:off x="1935108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13950489-4281-4948-8717-E805FF784F4B}"/>
              </a:ext>
            </a:extLst>
          </p:cNvPr>
          <p:cNvCxnSpPr>
            <a:cxnSpLocks/>
            <a:stCxn id="12" idx="3"/>
            <a:endCxn id="198" idx="1"/>
          </p:cNvCxnSpPr>
          <p:nvPr/>
        </p:nvCxnSpPr>
        <p:spPr>
          <a:xfrm>
            <a:off x="2153768" y="4504988"/>
            <a:ext cx="135360" cy="1104914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26" name="표 225">
            <a:extLst>
              <a:ext uri="{FF2B5EF4-FFF2-40B4-BE49-F238E27FC236}">
                <a16:creationId xmlns:a16="http://schemas.microsoft.com/office/drawing/2014/main" id="{885FC06A-778F-00EC-5D89-E990B355CA15}"/>
              </a:ext>
            </a:extLst>
          </p:cNvPr>
          <p:cNvGraphicFramePr>
            <a:graphicFrameLocks noGrp="1"/>
          </p:cNvGraphicFramePr>
          <p:nvPr/>
        </p:nvGraphicFramePr>
        <p:xfrm>
          <a:off x="4820132" y="2001018"/>
          <a:ext cx="2196000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227" name="표 226">
            <a:extLst>
              <a:ext uri="{FF2B5EF4-FFF2-40B4-BE49-F238E27FC236}">
                <a16:creationId xmlns:a16="http://schemas.microsoft.com/office/drawing/2014/main" id="{65DB822F-9934-1A98-325C-D8920351770A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1151704"/>
          <a:ext cx="2196000" cy="5851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제안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1843B38-070E-2F32-670E-F1AF439EC48F}"/>
              </a:ext>
            </a:extLst>
          </p:cNvPr>
          <p:cNvGraphicFramePr>
            <a:graphicFrameLocks noGrp="1"/>
          </p:cNvGraphicFramePr>
          <p:nvPr/>
        </p:nvGraphicFramePr>
        <p:xfrm>
          <a:off x="4820133" y="3954852"/>
          <a:ext cx="2196000" cy="201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sp>
        <p:nvSpPr>
          <p:cNvPr id="233" name="Rounded Rectangle 8">
            <a:extLst>
              <a:ext uri="{FF2B5EF4-FFF2-40B4-BE49-F238E27FC236}">
                <a16:creationId xmlns:a16="http://schemas.microsoft.com/office/drawing/2014/main" id="{A35BD2F2-1769-87BE-735A-0B4B9C042092}"/>
              </a:ext>
            </a:extLst>
          </p:cNvPr>
          <p:cNvSpPr/>
          <p:nvPr/>
        </p:nvSpPr>
        <p:spPr>
          <a:xfrm>
            <a:off x="8286053" y="921658"/>
            <a:ext cx="3982507" cy="4001601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4" name="Rounded Rectangle 8">
            <a:extLst>
              <a:ext uri="{FF2B5EF4-FFF2-40B4-BE49-F238E27FC236}">
                <a16:creationId xmlns:a16="http://schemas.microsoft.com/office/drawing/2014/main" id="{D36FBCCE-7AD5-1AFA-3521-AB7382472E41}"/>
              </a:ext>
            </a:extLst>
          </p:cNvPr>
          <p:cNvSpPr/>
          <p:nvPr/>
        </p:nvSpPr>
        <p:spPr>
          <a:xfrm>
            <a:off x="8358564" y="1832062"/>
            <a:ext cx="3836844" cy="297096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ECDC71C6-0A71-5774-D04B-24913029087A}"/>
              </a:ext>
            </a:extLst>
          </p:cNvPr>
          <p:cNvSpPr/>
          <p:nvPr/>
        </p:nvSpPr>
        <p:spPr>
          <a:xfrm>
            <a:off x="8429223" y="2981420"/>
            <a:ext cx="3686223" cy="1658785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B47C0211-FAE1-F125-CA4C-B16DBF79FF68}"/>
              </a:ext>
            </a:extLst>
          </p:cNvPr>
          <p:cNvGrpSpPr/>
          <p:nvPr/>
        </p:nvGrpSpPr>
        <p:grpSpPr>
          <a:xfrm>
            <a:off x="8542261" y="2281329"/>
            <a:ext cx="2245636" cy="579170"/>
            <a:chOff x="1270960" y="1773290"/>
            <a:chExt cx="2415061" cy="609591"/>
          </a:xfrm>
        </p:grpSpPr>
        <p:sp>
          <p:nvSpPr>
            <p:cNvPr id="241" name="Can 27">
              <a:extLst>
                <a:ext uri="{FF2B5EF4-FFF2-40B4-BE49-F238E27FC236}">
                  <a16:creationId xmlns:a16="http://schemas.microsoft.com/office/drawing/2014/main" id="{8D86E798-4768-08BC-D96C-55C86EC9DAC3}"/>
                </a:ext>
              </a:extLst>
            </p:cNvPr>
            <p:cNvSpPr/>
            <p:nvPr/>
          </p:nvSpPr>
          <p:spPr>
            <a:xfrm>
              <a:off x="1270960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2" name="Can 27">
              <a:extLst>
                <a:ext uri="{FF2B5EF4-FFF2-40B4-BE49-F238E27FC236}">
                  <a16:creationId xmlns:a16="http://schemas.microsoft.com/office/drawing/2014/main" id="{18EB5EFD-837E-CD6F-716F-70D5BFBFD07B}"/>
                </a:ext>
              </a:extLst>
            </p:cNvPr>
            <p:cNvSpPr/>
            <p:nvPr/>
          </p:nvSpPr>
          <p:spPr>
            <a:xfrm>
              <a:off x="2581425" y="1773290"/>
              <a:ext cx="1104596" cy="60959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43" name="Rounded Rectangle 8">
            <a:extLst>
              <a:ext uri="{FF2B5EF4-FFF2-40B4-BE49-F238E27FC236}">
                <a16:creationId xmlns:a16="http://schemas.microsoft.com/office/drawing/2014/main" id="{AF4EC98C-B22D-C3D2-D0CD-5115D6CEAC2A}"/>
              </a:ext>
            </a:extLst>
          </p:cNvPr>
          <p:cNvSpPr/>
          <p:nvPr/>
        </p:nvSpPr>
        <p:spPr>
          <a:xfrm>
            <a:off x="8371960" y="1279805"/>
            <a:ext cx="2363587" cy="455158"/>
          </a:xfrm>
          <a:prstGeom prst="roundRect">
            <a:avLst>
              <a:gd name="adj" fmla="val 231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Lifecycle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1C43428F-AE0B-4087-D291-5BE55AF4655C}"/>
              </a:ext>
            </a:extLst>
          </p:cNvPr>
          <p:cNvGrpSpPr/>
          <p:nvPr/>
        </p:nvGrpSpPr>
        <p:grpSpPr>
          <a:xfrm>
            <a:off x="8535191" y="3391074"/>
            <a:ext cx="3455043" cy="1140878"/>
            <a:chOff x="8553479" y="3391074"/>
            <a:chExt cx="3554090" cy="1173584"/>
          </a:xfrm>
        </p:grpSpPr>
        <p:sp>
          <p:nvSpPr>
            <p:cNvPr id="246" name="정육면체 245">
              <a:extLst>
                <a:ext uri="{FF2B5EF4-FFF2-40B4-BE49-F238E27FC236}">
                  <a16:creationId xmlns:a16="http://schemas.microsoft.com/office/drawing/2014/main" id="{4017828C-4001-DB1C-3EBB-8948F9BA5527}"/>
                </a:ext>
              </a:extLst>
            </p:cNvPr>
            <p:cNvSpPr/>
            <p:nvPr/>
          </p:nvSpPr>
          <p:spPr>
            <a:xfrm>
              <a:off x="9483375" y="3964445"/>
              <a:ext cx="1693612" cy="600213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7" name="Rounded Rectangle 8">
              <a:extLst>
                <a:ext uri="{FF2B5EF4-FFF2-40B4-BE49-F238E27FC236}">
                  <a16:creationId xmlns:a16="http://schemas.microsoft.com/office/drawing/2014/main" id="{683EBB03-BB40-9E4C-9803-18B1C033F234}"/>
                </a:ext>
              </a:extLst>
            </p:cNvPr>
            <p:cNvSpPr/>
            <p:nvPr/>
          </p:nvSpPr>
          <p:spPr>
            <a:xfrm>
              <a:off x="8553479" y="3490167"/>
              <a:ext cx="1967386" cy="350456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248" name="Can 27">
              <a:extLst>
                <a:ext uri="{FF2B5EF4-FFF2-40B4-BE49-F238E27FC236}">
                  <a16:creationId xmlns:a16="http://schemas.microsoft.com/office/drawing/2014/main" id="{D744BD51-A648-3944-8905-56BB7368C49D}"/>
                </a:ext>
              </a:extLst>
            </p:cNvPr>
            <p:cNvSpPr/>
            <p:nvPr/>
          </p:nvSpPr>
          <p:spPr>
            <a:xfrm>
              <a:off x="10718827" y="3391074"/>
              <a:ext cx="1388742" cy="513701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sp>
        <p:nvSpPr>
          <p:cNvPr id="258" name="Rounded Rectangle 8">
            <a:extLst>
              <a:ext uri="{FF2B5EF4-FFF2-40B4-BE49-F238E27FC236}">
                <a16:creationId xmlns:a16="http://schemas.microsoft.com/office/drawing/2014/main" id="{1BE852F9-8B23-37D3-6B1B-30AAF825DC7A}"/>
              </a:ext>
            </a:extLst>
          </p:cNvPr>
          <p:cNvSpPr/>
          <p:nvPr/>
        </p:nvSpPr>
        <p:spPr>
          <a:xfrm>
            <a:off x="11270777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59" name="Rounded Rectangle 8">
            <a:extLst>
              <a:ext uri="{FF2B5EF4-FFF2-40B4-BE49-F238E27FC236}">
                <a16:creationId xmlns:a16="http://schemas.microsoft.com/office/drawing/2014/main" id="{AEB73311-9270-C631-2995-C2BC49D460A9}"/>
              </a:ext>
            </a:extLst>
          </p:cNvPr>
          <p:cNvSpPr/>
          <p:nvPr/>
        </p:nvSpPr>
        <p:spPr>
          <a:xfrm>
            <a:off x="9423689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0" name="정육면체 259">
            <a:extLst>
              <a:ext uri="{FF2B5EF4-FFF2-40B4-BE49-F238E27FC236}">
                <a16:creationId xmlns:a16="http://schemas.microsoft.com/office/drawing/2014/main" id="{E592066B-C0D2-7AD9-27FA-C5BC4DAA4675}"/>
              </a:ext>
            </a:extLst>
          </p:cNvPr>
          <p:cNvSpPr/>
          <p:nvPr/>
        </p:nvSpPr>
        <p:spPr>
          <a:xfrm>
            <a:off x="11361035" y="5492292"/>
            <a:ext cx="790834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E5690516-959C-D39A-4486-796C2D01F09C}"/>
              </a:ext>
            </a:extLst>
          </p:cNvPr>
          <p:cNvSpPr txBox="1"/>
          <p:nvPr/>
        </p:nvSpPr>
        <p:spPr>
          <a:xfrm>
            <a:off x="10568833" y="5379069"/>
            <a:ext cx="655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262" name="Rounded Rectangle 8">
            <a:extLst>
              <a:ext uri="{FF2B5EF4-FFF2-40B4-BE49-F238E27FC236}">
                <a16:creationId xmlns:a16="http://schemas.microsoft.com/office/drawing/2014/main" id="{D62BD870-D203-3C0D-1094-0DE4BFEBD6D0}"/>
              </a:ext>
            </a:extLst>
          </p:cNvPr>
          <p:cNvSpPr/>
          <p:nvPr/>
        </p:nvSpPr>
        <p:spPr>
          <a:xfrm>
            <a:off x="8271545" y="5152428"/>
            <a:ext cx="961867" cy="956057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63" name="정육면체 262">
            <a:extLst>
              <a:ext uri="{FF2B5EF4-FFF2-40B4-BE49-F238E27FC236}">
                <a16:creationId xmlns:a16="http://schemas.microsoft.com/office/drawing/2014/main" id="{5380DA7E-0B20-8D8D-873D-8423ACC44E70}"/>
              </a:ext>
            </a:extLst>
          </p:cNvPr>
          <p:cNvSpPr/>
          <p:nvPr/>
        </p:nvSpPr>
        <p:spPr>
          <a:xfrm>
            <a:off x="8362986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BC1A3C30-B4FF-5E83-FC30-6FBD8946C785}"/>
              </a:ext>
            </a:extLst>
          </p:cNvPr>
          <p:cNvCxnSpPr>
            <a:cxnSpLocks/>
            <a:endCxn id="263" idx="1"/>
          </p:cNvCxnSpPr>
          <p:nvPr/>
        </p:nvCxnSpPr>
        <p:spPr>
          <a:xfrm flipH="1">
            <a:off x="8717006" y="4531952"/>
            <a:ext cx="846580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65" name="직선 화살표 연결선 264">
            <a:extLst>
              <a:ext uri="{FF2B5EF4-FFF2-40B4-BE49-F238E27FC236}">
                <a16:creationId xmlns:a16="http://schemas.microsoft.com/office/drawing/2014/main" id="{FE0CC360-8D59-1FEA-0674-CED7A05334CB}"/>
              </a:ext>
            </a:extLst>
          </p:cNvPr>
          <p:cNvCxnSpPr>
            <a:cxnSpLocks/>
            <a:endCxn id="260" idx="1"/>
          </p:cNvCxnSpPr>
          <p:nvPr/>
        </p:nvCxnSpPr>
        <p:spPr>
          <a:xfrm>
            <a:off x="10789158" y="4519938"/>
            <a:ext cx="925897" cy="1055148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6" name="정육면체 265">
            <a:extLst>
              <a:ext uri="{FF2B5EF4-FFF2-40B4-BE49-F238E27FC236}">
                <a16:creationId xmlns:a16="http://schemas.microsoft.com/office/drawing/2014/main" id="{486AD1E7-41F4-656A-2D50-6AFD5BD4190B}"/>
              </a:ext>
            </a:extLst>
          </p:cNvPr>
          <p:cNvSpPr/>
          <p:nvPr/>
        </p:nvSpPr>
        <p:spPr>
          <a:xfrm>
            <a:off x="9506340" y="5527108"/>
            <a:ext cx="790833" cy="49675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D626544B-496F-F6CF-5257-589BEC2DC426}"/>
              </a:ext>
            </a:extLst>
          </p:cNvPr>
          <p:cNvCxnSpPr>
            <a:cxnSpLocks/>
            <a:stCxn id="246" idx="3"/>
            <a:endCxn id="266" idx="1"/>
          </p:cNvCxnSpPr>
          <p:nvPr/>
        </p:nvCxnSpPr>
        <p:spPr>
          <a:xfrm flipH="1">
            <a:off x="9860360" y="4531952"/>
            <a:ext cx="353394" cy="1077950"/>
          </a:xfrm>
          <a:prstGeom prst="straightConnector1">
            <a:avLst/>
          </a:prstGeom>
          <a:solidFill>
            <a:srgbClr val="F5F5F5"/>
          </a:solidFill>
          <a:ln w="12700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931481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FC7C4-F539-4F22-9D0E-8321A6D11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EA177C1-AC1E-E826-199D-E14D77D47B0A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7E4C12-3103-B8D9-6648-6CCA42B04404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1469987"/>
          <a:ext cx="3806415" cy="259917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Round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B2372BD-86CF-A6EA-C0E8-D5BE3CAE170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2406020"/>
          <a:ext cx="3806415" cy="2165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03C30BC-7AB0-9B00-0450-F1466757F4C1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1036791"/>
          <a:ext cx="3806415" cy="8663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Proposal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309D57C-D6ED-9B42-DA68-CD7C924145FC}"/>
              </a:ext>
            </a:extLst>
          </p:cNvPr>
          <p:cNvGraphicFramePr>
            <a:graphicFrameLocks noGrp="1"/>
          </p:cNvGraphicFramePr>
          <p:nvPr/>
        </p:nvGraphicFramePr>
        <p:xfrm>
          <a:off x="1822814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E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8E0020ED-9595-FF53-C8D6-F9850D9631E1}"/>
              </a:ext>
            </a:extLst>
          </p:cNvPr>
          <p:cNvGraphicFramePr>
            <a:graphicFrameLocks noGrp="1"/>
          </p:cNvGraphicFramePr>
          <p:nvPr/>
        </p:nvGraphicFramePr>
        <p:xfrm>
          <a:off x="8255776" y="4889576"/>
          <a:ext cx="3806415" cy="30323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1283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  <a:gridCol w="761283">
                  <a:extLst>
                    <a:ext uri="{9D8B030D-6E8A-4147-A177-3AD203B41FA5}">
                      <a16:colId xmlns:a16="http://schemas.microsoft.com/office/drawing/2014/main" val="23372954"/>
                    </a:ext>
                  </a:extLst>
                </a:gridCol>
              </a:tblGrid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\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참여자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4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 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1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2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3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T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G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4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465181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ko-KR" altLang="en-US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 5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rgbClr val="C00000"/>
                          </a:solidFill>
                          <a:latin typeface="Arial"/>
                          <a:ea typeface="맑은 고딕"/>
                          <a:cs typeface="Arial"/>
                        </a:rPr>
                        <a:t>H</a:t>
                      </a:r>
                      <a:endParaRPr lang="ko-KR" altLang="en-US" sz="975" b="1" kern="1200" dirty="0">
                        <a:solidFill>
                          <a:srgbClr val="C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D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F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854858"/>
                  </a:ext>
                </a:extLst>
              </a:tr>
              <a:tr h="433196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52500" algn="l"/>
                          <a:tab pos="1543050" algn="l"/>
                          <a:tab pos="2133600" algn="l"/>
                        </a:tabLst>
                        <a:defRPr/>
                      </a:pPr>
                      <a:r>
                        <a:rPr lang="ko-KR" altLang="en-US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선호순위</a:t>
                      </a:r>
                      <a:r>
                        <a:rPr lang="en-US" altLang="ko-KR" sz="975" b="1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 6</a:t>
                      </a:r>
                      <a:endParaRPr lang="ko-KR" altLang="en-US" sz="975" b="1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J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K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1" kern="1200" dirty="0">
                          <a:solidFill>
                            <a:schemeClr val="tx1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1" kern="1200" dirty="0">
                        <a:solidFill>
                          <a:schemeClr val="tx1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539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037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FCDCE-7D3E-B8C7-0367-1937108FA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05725103-9AB8-E70C-6CD5-F249B536CB9E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5E9637-E05E-E82F-B9BD-31470D838208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EA6C0C-7903-74F7-2D8C-031C5D5BFC4A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462AD93-47C8-287E-443E-08A571326364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3AE83A8-7D4A-F8A6-BA07-00773B57F004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A75B56-9224-4CF5-18E3-EF784BE7217B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7FFC641-67E7-7914-55C2-52D214551CA8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29ED230-7638-759F-54DC-CF414BD91929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81A019-9E67-6CA2-E090-E295D8840056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6F460D-3CFE-6371-9C4E-6A41D01AC043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287CFF9-7E2D-65B6-EBA0-9679BF9B0B25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27A7953A-9C5F-E67F-7779-5042A122E52D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B9CF53F7-8940-FE1B-806F-D4DD97C4B97B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5CB84E5-5E9D-0EAA-0F0C-63E80E2016E2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6B0660C-133F-500C-0C34-2FA3291423A8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E1A4352-994B-CADC-A488-A84D775BA01E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326A763-A43D-C818-CD7D-85B04B7DFB45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C665B74-0ADF-D9EC-C9E4-A07322BA297B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340C347-45C7-2BCF-7274-24D22E38E95B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830A6FF-7501-FB95-96BA-9DEF2FAD757A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A66CF3C0-D51B-DB51-3229-2264E910DE43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E4B905-0866-E6A7-5339-A185AC85B2DA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01FAAEF0-4059-0F8A-B81C-4283E8C45EF0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6C0E9EB8-6F5F-F0BE-F269-262EFE914632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2A88DA33-3CC6-8456-4E47-A0179D09D9A7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FF297AA-6C26-3215-69E0-48A87FE095E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1462AD60-3E17-9C10-B03B-0304C536442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A8CBF2F3-8318-1359-19D0-14118FA38F66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340CE7E8-3A5D-A276-CD1B-B3284134AFC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0A051D69-5941-7DFB-04FA-9B82CF37E5EC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DDB3CB0-9E34-AC9D-9E21-5C67592907DD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E7B01B86-75F3-9DFE-ED8E-CC6A81742817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E93CF54E-9951-71AA-282B-E24A51A9E5BD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44C763B8-9D7F-E295-D399-5BD6DD2C5217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3ED7AC95-5CF0-8772-04D1-12064069A67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46C4511C-ABB4-7AC2-A4F4-4AA27A7208E8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120325C9-3F91-6BD4-D93A-A0B46C6399E4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169E6919-9F27-0D03-794A-D1A345F52717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1AF4AD5A-0C10-ED6D-0BA3-2891A51E1174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88CB928E-58B5-799C-1B07-9B9670807D9F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F956E09C-D3B7-317A-3388-61038AB47C8D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7A49FB80-D900-9DFC-866A-2552D29D7457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D12A3078-F8E4-78DD-672E-45A06A9581A0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BCA2A02-86FC-F1DC-8CCB-3C3D3906A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230530"/>
              </p:ext>
            </p:extLst>
          </p:nvPr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FDDB6844-803C-C29A-E7A6-2F5D2600C76B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7230E3F5-4C91-68D0-9AE5-DAEC1E7465C6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959F4C5D-BBEF-53E0-622F-BEF768D3E27C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4B5B573A-A42A-01F8-9649-34BD35679267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344467AE-9F30-5646-D11B-3648333F857A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B7C98F7D-1589-9663-F5FF-1B0FE3A5A0D2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6E41479E-9AB0-18B2-BAB1-C9BFD3CA45BA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E62C62C-6CAB-ECC9-3683-1220F3B93E92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10786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A0E0C-2498-9897-89A9-216ECFD7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72545528-6738-10E6-D084-4D7B2164C48B}"/>
              </a:ext>
            </a:extLst>
          </p:cNvPr>
          <p:cNvSpPr/>
          <p:nvPr/>
        </p:nvSpPr>
        <p:spPr>
          <a:xfrm>
            <a:off x="627802" y="411331"/>
            <a:ext cx="4891794" cy="401713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450E5E03-0F1A-3C51-F833-136A5CE2E4E7}"/>
              </a:ext>
            </a:extLst>
          </p:cNvPr>
          <p:cNvSpPr/>
          <p:nvPr/>
        </p:nvSpPr>
        <p:spPr>
          <a:xfrm>
            <a:off x="2509598" y="4783006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FEB9F0BA-580D-66DC-1754-CE9129014606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1966564" y="4487282"/>
            <a:ext cx="1464769" cy="27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CBC31795-A56E-5452-5AE3-880F511DAA35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2772981" y="4440303"/>
            <a:ext cx="1270772" cy="174228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7C4BDC70-DEE1-1BAD-6ECD-DF227A880CC1}"/>
              </a:ext>
            </a:extLst>
          </p:cNvPr>
          <p:cNvSpPr/>
          <p:nvPr/>
        </p:nvSpPr>
        <p:spPr>
          <a:xfrm>
            <a:off x="3565501" y="5397265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5BD790B1-027C-5D12-4C3D-2BBAAE42380C}"/>
              </a:ext>
            </a:extLst>
          </p:cNvPr>
          <p:cNvSpPr/>
          <p:nvPr/>
        </p:nvSpPr>
        <p:spPr>
          <a:xfrm>
            <a:off x="2655178" y="5098385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5A9E58BA-AD57-B394-6E03-20E748B14556}"/>
              </a:ext>
            </a:extLst>
          </p:cNvPr>
          <p:cNvSpPr/>
          <p:nvPr/>
        </p:nvSpPr>
        <p:spPr>
          <a:xfrm>
            <a:off x="2771090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A684BD1C-B642-EF6D-68E2-BCE306167F6C}"/>
              </a:ext>
            </a:extLst>
          </p:cNvPr>
          <p:cNvSpPr/>
          <p:nvPr/>
        </p:nvSpPr>
        <p:spPr>
          <a:xfrm>
            <a:off x="4081555" y="6250607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FC580863-2FC5-120B-1A50-542773891036}"/>
              </a:ext>
            </a:extLst>
          </p:cNvPr>
          <p:cNvSpPr/>
          <p:nvPr/>
        </p:nvSpPr>
        <p:spPr>
          <a:xfrm>
            <a:off x="883757" y="1444976"/>
            <a:ext cx="4460491" cy="273783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정육면체 4">
            <a:extLst>
              <a:ext uri="{FF2B5EF4-FFF2-40B4-BE49-F238E27FC236}">
                <a16:creationId xmlns:a16="http://schemas.microsoft.com/office/drawing/2014/main" id="{EA6BBF6C-AFA8-F0F1-EA58-0173685B7DF6}"/>
              </a:ext>
            </a:extLst>
          </p:cNvPr>
          <p:cNvSpPr/>
          <p:nvPr/>
        </p:nvSpPr>
        <p:spPr>
          <a:xfrm>
            <a:off x="1243015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8985E2FB-F6E3-29E6-CE37-CCBE871E384E}"/>
              </a:ext>
            </a:extLst>
          </p:cNvPr>
          <p:cNvSpPr/>
          <p:nvPr/>
        </p:nvSpPr>
        <p:spPr>
          <a:xfrm>
            <a:off x="1270960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6418D745-FA2D-60EB-8717-92B382827248}"/>
              </a:ext>
            </a:extLst>
          </p:cNvPr>
          <p:cNvSpPr/>
          <p:nvPr/>
        </p:nvSpPr>
        <p:spPr>
          <a:xfrm>
            <a:off x="217667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DDA3B89-9BEE-A924-F491-3A232529483E}"/>
              </a:ext>
            </a:extLst>
          </p:cNvPr>
          <p:cNvSpPr/>
          <p:nvPr/>
        </p:nvSpPr>
        <p:spPr>
          <a:xfrm>
            <a:off x="3110344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C85CDDCB-CD03-0BF1-0359-9F51FC43AC13}"/>
              </a:ext>
            </a:extLst>
          </p:cNvPr>
          <p:cNvSpPr/>
          <p:nvPr/>
        </p:nvSpPr>
        <p:spPr>
          <a:xfrm>
            <a:off x="4044009" y="3291818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94B9B21-16B8-C3DE-38D1-69A6992436DA}"/>
              </a:ext>
            </a:extLst>
          </p:cNvPr>
          <p:cNvSpPr/>
          <p:nvPr/>
        </p:nvSpPr>
        <p:spPr>
          <a:xfrm>
            <a:off x="1054384" y="2484862"/>
            <a:ext cx="4111459" cy="1535127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6E0F4330-30A3-6BB9-B415-07713909CAEF}"/>
              </a:ext>
            </a:extLst>
          </p:cNvPr>
          <p:cNvSpPr/>
          <p:nvPr/>
        </p:nvSpPr>
        <p:spPr>
          <a:xfrm>
            <a:off x="2581425" y="1773290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91BD908B-DD7F-EA1D-8DDC-2B41300FF288}"/>
              </a:ext>
            </a:extLst>
          </p:cNvPr>
          <p:cNvSpPr/>
          <p:nvPr/>
        </p:nvSpPr>
        <p:spPr>
          <a:xfrm>
            <a:off x="627802" y="5041421"/>
            <a:ext cx="2971042" cy="219757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B28BF3BC-6810-0CE8-9F93-2DBB4B2FB536}"/>
              </a:ext>
            </a:extLst>
          </p:cNvPr>
          <p:cNvSpPr/>
          <p:nvPr/>
        </p:nvSpPr>
        <p:spPr>
          <a:xfrm>
            <a:off x="1678169" y="5618874"/>
            <a:ext cx="870309" cy="600213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2E0021B-BDDF-1C25-48BD-06A3FD29E263}"/>
              </a:ext>
            </a:extLst>
          </p:cNvPr>
          <p:cNvSpPr/>
          <p:nvPr/>
        </p:nvSpPr>
        <p:spPr>
          <a:xfrm>
            <a:off x="767846" y="5319994"/>
            <a:ext cx="2666817" cy="99503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2FBCC9E8-8470-790C-BFEF-F604670CBB95}"/>
              </a:ext>
            </a:extLst>
          </p:cNvPr>
          <p:cNvSpPr/>
          <p:nvPr/>
        </p:nvSpPr>
        <p:spPr>
          <a:xfrm>
            <a:off x="883757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3CC146D-D830-20CF-6181-285444A39F7D}"/>
              </a:ext>
            </a:extLst>
          </p:cNvPr>
          <p:cNvSpPr/>
          <p:nvPr/>
        </p:nvSpPr>
        <p:spPr>
          <a:xfrm>
            <a:off x="2194222" y="6472216"/>
            <a:ext cx="1104596" cy="609591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39FBEC2-6700-9465-F84F-5108040D2930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32287" y="4587894"/>
            <a:ext cx="1826880" cy="43515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21CF879-9D8B-E3AE-A50E-CD67A00D664F}"/>
              </a:ext>
            </a:extLst>
          </p:cNvPr>
          <p:cNvSpPr txBox="1"/>
          <p:nvPr/>
        </p:nvSpPr>
        <p:spPr>
          <a:xfrm>
            <a:off x="2101255" y="4737234"/>
            <a:ext cx="480170" cy="378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C4FFB6F2-D2EF-2ED6-30C2-5534E9CDBF71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387256" y="4455413"/>
            <a:ext cx="1605271" cy="47850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AD31AB8E-82FE-7C08-6559-596CE06F59BA}"/>
              </a:ext>
            </a:extLst>
          </p:cNvPr>
          <p:cNvSpPr/>
          <p:nvPr/>
        </p:nvSpPr>
        <p:spPr>
          <a:xfrm>
            <a:off x="883757" y="788094"/>
            <a:ext cx="1667083" cy="455158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72701042-0246-D38F-01CD-88046E688D1C}"/>
              </a:ext>
            </a:extLst>
          </p:cNvPr>
          <p:cNvSpPr/>
          <p:nvPr/>
        </p:nvSpPr>
        <p:spPr>
          <a:xfrm>
            <a:off x="1243015" y="2807844"/>
            <a:ext cx="1873831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07F43CA7-DFB0-8345-094C-1A46BC71DCEC}"/>
              </a:ext>
            </a:extLst>
          </p:cNvPr>
          <p:cNvSpPr/>
          <p:nvPr/>
        </p:nvSpPr>
        <p:spPr>
          <a:xfrm>
            <a:off x="3197118" y="2807844"/>
            <a:ext cx="1717200" cy="350456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4FF20D9E-2E47-C440-7398-D16501B9C16A}"/>
              </a:ext>
            </a:extLst>
          </p:cNvPr>
          <p:cNvGrpSpPr/>
          <p:nvPr/>
        </p:nvGrpSpPr>
        <p:grpSpPr>
          <a:xfrm>
            <a:off x="8341321" y="411331"/>
            <a:ext cx="4891795" cy="6827668"/>
            <a:chOff x="7683921" y="411331"/>
            <a:chExt cx="5961959" cy="8321338"/>
          </a:xfrm>
        </p:grpSpPr>
        <p:sp>
          <p:nvSpPr>
            <p:cNvPr id="141" name="Rounded Rectangle 8">
              <a:extLst>
                <a:ext uri="{FF2B5EF4-FFF2-40B4-BE49-F238E27FC236}">
                  <a16:creationId xmlns:a16="http://schemas.microsoft.com/office/drawing/2014/main" id="{0E2B7F36-203B-F4C8-1A2C-81253CF1A1EA}"/>
                </a:ext>
              </a:extLst>
            </p:cNvPr>
            <p:cNvSpPr/>
            <p:nvPr/>
          </p:nvSpPr>
          <p:spPr>
            <a:xfrm>
              <a:off x="7683921" y="411331"/>
              <a:ext cx="5961959" cy="489595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#0</a:t>
              </a:r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(Initiator)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A4B390F8-8B48-FCC3-BE70-1FBB396002D1}"/>
                </a:ext>
              </a:extLst>
            </p:cNvPr>
            <p:cNvSpPr/>
            <p:nvPr/>
          </p:nvSpPr>
          <p:spPr>
            <a:xfrm>
              <a:off x="9576788" y="3921973"/>
              <a:ext cx="2111281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Consensus Negotiator</a:t>
              </a:r>
              <a:endPara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45" name="Rounded Rectangle 8">
              <a:extLst>
                <a:ext uri="{FF2B5EF4-FFF2-40B4-BE49-F238E27FC236}">
                  <a16:creationId xmlns:a16="http://schemas.microsoft.com/office/drawing/2014/main" id="{D8454CBA-9697-355A-6BC1-9A26F3802AE1}"/>
                </a:ext>
              </a:extLst>
            </p:cNvPr>
            <p:cNvSpPr/>
            <p:nvPr/>
          </p:nvSpPr>
          <p:spPr>
            <a:xfrm>
              <a:off x="7950151" y="1672971"/>
              <a:ext cx="5397598" cy="333492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NegMAS</a:t>
              </a:r>
              <a:endParaRPr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1" name="Can 27">
              <a:extLst>
                <a:ext uri="{FF2B5EF4-FFF2-40B4-BE49-F238E27FC236}">
                  <a16:creationId xmlns:a16="http://schemas.microsoft.com/office/drawing/2014/main" id="{376A6917-345C-B20F-8C93-584F5FC7FCA6}"/>
                </a:ext>
              </a:extLst>
            </p:cNvPr>
            <p:cNvSpPr/>
            <p:nvPr/>
          </p:nvSpPr>
          <p:spPr>
            <a:xfrm>
              <a:off x="8301847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5" name="모서리가 둥근 직사각형 54">
              <a:extLst>
                <a:ext uri="{FF2B5EF4-FFF2-40B4-BE49-F238E27FC236}">
                  <a16:creationId xmlns:a16="http://schemas.microsoft.com/office/drawing/2014/main" id="{4DB3AC50-DDC6-CF3E-977A-317A5625DE06}"/>
                </a:ext>
              </a:extLst>
            </p:cNvPr>
            <p:cNvSpPr/>
            <p:nvPr/>
          </p:nvSpPr>
          <p:spPr>
            <a:xfrm>
              <a:off x="8170783" y="2942858"/>
              <a:ext cx="4923292" cy="1866588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 Cumulative Consensus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56" name="Can 27">
              <a:extLst>
                <a:ext uri="{FF2B5EF4-FFF2-40B4-BE49-F238E27FC236}">
                  <a16:creationId xmlns:a16="http://schemas.microsoft.com/office/drawing/2014/main" id="{EEA3E158-21BB-72EB-AF60-7E5672B69A12}"/>
                </a:ext>
              </a:extLst>
            </p:cNvPr>
            <p:cNvSpPr/>
            <p:nvPr/>
          </p:nvSpPr>
          <p:spPr>
            <a:xfrm>
              <a:off x="9898999" y="2075266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75" name="Rounded Rectangle 8">
              <a:extLst>
                <a:ext uri="{FF2B5EF4-FFF2-40B4-BE49-F238E27FC236}">
                  <a16:creationId xmlns:a16="http://schemas.microsoft.com/office/drawing/2014/main" id="{04F093CF-EA96-7857-7CAB-9E438222108A}"/>
                </a:ext>
              </a:extLst>
            </p:cNvPr>
            <p:cNvSpPr/>
            <p:nvPr/>
          </p:nvSpPr>
          <p:spPr>
            <a:xfrm>
              <a:off x="7950151" y="870518"/>
              <a:ext cx="2031786" cy="554732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Negotiation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2" name="Rounded Rectangle 8">
              <a:extLst>
                <a:ext uri="{FF2B5EF4-FFF2-40B4-BE49-F238E27FC236}">
                  <a16:creationId xmlns:a16="http://schemas.microsoft.com/office/drawing/2014/main" id="{6A6CFE01-B966-C2BE-9798-2FC25EFDDD57}"/>
                </a:ext>
              </a:extLst>
            </p:cNvPr>
            <p:cNvSpPr/>
            <p:nvPr/>
          </p:nvSpPr>
          <p:spPr>
            <a:xfrm>
              <a:off x="9977392" y="5739385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#N-1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3" name="정육면체 102">
              <a:extLst>
                <a:ext uri="{FF2B5EF4-FFF2-40B4-BE49-F238E27FC236}">
                  <a16:creationId xmlns:a16="http://schemas.microsoft.com/office/drawing/2014/main" id="{6E3B6850-874E-BDB0-BD3D-0FE759B00DA8}"/>
                </a:ext>
              </a:extLst>
            </p:cNvPr>
            <p:cNvSpPr/>
            <p:nvPr/>
          </p:nvSpPr>
          <p:spPr>
            <a:xfrm>
              <a:off x="11264293" y="648802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4" name="모서리가 둥근 직사각형 103">
              <a:extLst>
                <a:ext uri="{FF2B5EF4-FFF2-40B4-BE49-F238E27FC236}">
                  <a16:creationId xmlns:a16="http://schemas.microsoft.com/office/drawing/2014/main" id="{3A153FA5-80A4-08B8-8347-C4436A53FE78}"/>
                </a:ext>
              </a:extLst>
            </p:cNvPr>
            <p:cNvSpPr/>
            <p:nvPr/>
          </p:nvSpPr>
          <p:spPr>
            <a:xfrm>
              <a:off x="10154821" y="612375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5" name="Can 27">
              <a:extLst>
                <a:ext uri="{FF2B5EF4-FFF2-40B4-BE49-F238E27FC236}">
                  <a16:creationId xmlns:a16="http://schemas.microsoft.com/office/drawing/2014/main" id="{24FC1BEA-D2AA-1AFB-6F28-32F1DF8CD672}"/>
                </a:ext>
              </a:extLst>
            </p:cNvPr>
            <p:cNvSpPr/>
            <p:nvPr/>
          </p:nvSpPr>
          <p:spPr>
            <a:xfrm>
              <a:off x="10296090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6" name="Can 27">
              <a:extLst>
                <a:ext uri="{FF2B5EF4-FFF2-40B4-BE49-F238E27FC236}">
                  <a16:creationId xmlns:a16="http://schemas.microsoft.com/office/drawing/2014/main" id="{950858F6-D354-5480-56E7-AC9283784AE9}"/>
                </a:ext>
              </a:extLst>
            </p:cNvPr>
            <p:cNvSpPr/>
            <p:nvPr/>
          </p:nvSpPr>
          <p:spPr>
            <a:xfrm>
              <a:off x="11893242" y="752804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82EE9ABF-96E5-F192-F742-3F2D222DA719}"/>
                </a:ext>
              </a:extLst>
            </p:cNvPr>
            <p:cNvSpPr txBox="1"/>
            <p:nvPr/>
          </p:nvSpPr>
          <p:spPr>
            <a:xfrm>
              <a:off x="9479717" y="5683600"/>
              <a:ext cx="5852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ko-KR" sz="2400"/>
                <a:t>· · · </a:t>
              </a:r>
            </a:p>
          </p:txBody>
        </p:sp>
        <p:sp>
          <p:nvSpPr>
            <p:cNvPr id="113" name="Rounded Rectangle 8">
              <a:extLst>
                <a:ext uri="{FF2B5EF4-FFF2-40B4-BE49-F238E27FC236}">
                  <a16:creationId xmlns:a16="http://schemas.microsoft.com/office/drawing/2014/main" id="{088CFE52-718A-1678-3FBD-7EB8323A504A}"/>
                </a:ext>
              </a:extLst>
            </p:cNvPr>
            <p:cNvSpPr/>
            <p:nvPr/>
          </p:nvSpPr>
          <p:spPr>
            <a:xfrm>
              <a:off x="8574230" y="3343939"/>
              <a:ext cx="2139245" cy="427124"/>
            </a:xfrm>
            <a:prstGeom prst="roundRect">
              <a:avLst>
                <a:gd name="adj" fmla="val 231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 State Manager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4" name="Can 27">
              <a:extLst>
                <a:ext uri="{FF2B5EF4-FFF2-40B4-BE49-F238E27FC236}">
                  <a16:creationId xmlns:a16="http://schemas.microsoft.com/office/drawing/2014/main" id="{A3CE0F72-479B-3933-EB48-CB47044DDC83}"/>
                </a:ext>
              </a:extLst>
            </p:cNvPr>
            <p:cNvSpPr/>
            <p:nvPr/>
          </p:nvSpPr>
          <p:spPr>
            <a:xfrm>
              <a:off x="11116922" y="3223167"/>
              <a:ext cx="1545167" cy="626082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Cumulative</a:t>
              </a:r>
            </a:p>
            <a:p>
              <a:pPr algn="ctr"/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Proposal</a:t>
              </a:r>
              <a:r>
                <a:rPr lang="ko-KR" altLang="en-US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ko-KR" altLang="ko-KR" sz="11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Store</a:t>
              </a:r>
              <a:endParaRPr sz="11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cxnSp>
          <p:nvCxnSpPr>
            <p:cNvPr id="128" name="구부러진 연결선[U] 127">
              <a:extLst>
                <a:ext uri="{FF2B5EF4-FFF2-40B4-BE49-F238E27FC236}">
                  <a16:creationId xmlns:a16="http://schemas.microsoft.com/office/drawing/2014/main" id="{8499BA15-A6E2-15B2-BACC-D327D02475C9}"/>
                </a:ext>
              </a:extLst>
            </p:cNvPr>
            <p:cNvCxnSpPr>
              <a:cxnSpLocks/>
              <a:stCxn id="7" idx="3"/>
              <a:endCxn id="103" idx="1"/>
            </p:cNvCxnSpPr>
            <p:nvPr/>
          </p:nvCxnSpPr>
          <p:spPr>
            <a:xfrm rot="16200000" flipH="1">
              <a:off x="10174349" y="5050610"/>
              <a:ext cx="1956453" cy="1162217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구부러진 연결선[U] 132">
              <a:extLst>
                <a:ext uri="{FF2B5EF4-FFF2-40B4-BE49-F238E27FC236}">
                  <a16:creationId xmlns:a16="http://schemas.microsoft.com/office/drawing/2014/main" id="{98F58837-68B0-928A-C18E-AE131EB656A6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5400000">
              <a:off x="9435877" y="5543781"/>
              <a:ext cx="2025878" cy="2453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구부러진 연결선[U] 136">
              <a:extLst>
                <a:ext uri="{FF2B5EF4-FFF2-40B4-BE49-F238E27FC236}">
                  <a16:creationId xmlns:a16="http://schemas.microsoft.com/office/drawing/2014/main" id="{343FBF4C-88E2-988F-6049-17451EA36664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rot="16200000" flipH="1">
              <a:off x="9764682" y="5460278"/>
              <a:ext cx="1956454" cy="342884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B0E30B9A-501E-921B-B18C-70121AE37A69}"/>
                </a:ext>
              </a:extLst>
            </p:cNvPr>
            <p:cNvGrpSpPr/>
            <p:nvPr/>
          </p:nvGrpSpPr>
          <p:grpSpPr>
            <a:xfrm>
              <a:off x="7683921" y="6054333"/>
              <a:ext cx="3621009" cy="2678336"/>
              <a:chOff x="7683921" y="6054333"/>
              <a:chExt cx="3621009" cy="2678336"/>
            </a:xfrm>
          </p:grpSpPr>
          <p:sp>
            <p:nvSpPr>
              <p:cNvPr id="107" name="Rounded Rectangle 8">
                <a:extLst>
                  <a:ext uri="{FF2B5EF4-FFF2-40B4-BE49-F238E27FC236}">
                    <a16:creationId xmlns:a16="http://schemas.microsoft.com/office/drawing/2014/main" id="{8BD6BA0A-17C0-A976-B628-31EEA4D67D11}"/>
                  </a:ext>
                </a:extLst>
              </p:cNvPr>
              <p:cNvSpPr/>
              <p:nvPr/>
            </p:nvSpPr>
            <p:spPr>
              <a:xfrm>
                <a:off x="7683921" y="6054333"/>
                <a:ext cx="3621009" cy="2678336"/>
              </a:xfrm>
              <a:prstGeom prst="roundRect">
                <a:avLst>
                  <a:gd name="adj" fmla="val 0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pPr algn="ctr"/>
                <a:r>
                  <a:rPr lang="ko-KR" altLang="en-US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참여자 </a:t>
                </a:r>
                <a:r>
                  <a:rPr lang="en-US" altLang="ko-KR" sz="105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#1</a:t>
                </a:r>
                <a:endParaRPr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8" name="정육면체 107">
                <a:extLst>
                  <a:ext uri="{FF2B5EF4-FFF2-40B4-BE49-F238E27FC236}">
                    <a16:creationId xmlns:a16="http://schemas.microsoft.com/office/drawing/2014/main" id="{29D8576E-ED60-DBFA-958D-34EBC212B091}"/>
                  </a:ext>
                </a:extLst>
              </p:cNvPr>
              <p:cNvSpPr/>
              <p:nvPr/>
            </p:nvSpPr>
            <p:spPr>
              <a:xfrm>
                <a:off x="8964074" y="6758114"/>
                <a:ext cx="1060704" cy="731520"/>
              </a:xfrm>
              <a:prstGeom prst="cube">
                <a:avLst>
                  <a:gd name="adj" fmla="val 16667"/>
                </a:avLst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altLang="ko-KR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Negotiator</a:t>
                </a:r>
                <a:endParaRPr lang="ko-KR" alt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09" name="모서리가 둥근 직사각형 108">
                <a:extLst>
                  <a:ext uri="{FF2B5EF4-FFF2-40B4-BE49-F238E27FC236}">
                    <a16:creationId xmlns:a16="http://schemas.microsoft.com/office/drawing/2014/main" id="{CC8CAC62-94BF-7640-3588-725CE5BA0F7C}"/>
                  </a:ext>
                </a:extLst>
              </p:cNvPr>
              <p:cNvSpPr/>
              <p:nvPr/>
            </p:nvSpPr>
            <p:spPr>
              <a:xfrm>
                <a:off x="7854602" y="6393849"/>
                <a:ext cx="3250230" cy="1212710"/>
              </a:xfrm>
              <a:prstGeom prst="roundRect">
                <a:avLst>
                  <a:gd name="adj" fmla="val 0"/>
                </a:avLst>
              </a:prstGeom>
              <a:noFill/>
              <a:ln w="19050">
                <a:solidFill>
                  <a:schemeClr val="bg1">
                    <a:lumMod val="50000"/>
                  </a:schemeClr>
                </a:solidFill>
                <a:prstDash val="sysDot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" tIns="95250" rIns="19050" bIns="19050" rtlCol="0" anchor="t">
                <a:noAutofit/>
              </a:bodyPr>
              <a:lstStyle/>
              <a:p>
                <a:r>
                  <a:rPr lang="ko-KR" altLang="en-US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</a:t>
                </a:r>
                <a:r>
                  <a:rPr lang="en-US" altLang="ko-KR" sz="105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/>
                    <a:ea typeface="맑은 고딕"/>
                    <a:cs typeface="Arial"/>
                  </a:rPr>
                  <a:t> Multi SAO Mechanism</a:t>
                </a:r>
                <a:endPara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0" name="Can 27">
                <a:extLst>
                  <a:ext uri="{FF2B5EF4-FFF2-40B4-BE49-F238E27FC236}">
                    <a16:creationId xmlns:a16="http://schemas.microsoft.com/office/drawing/2014/main" id="{8E87F970-7C2E-5E24-ACBF-ED2DFF5C9801}"/>
                  </a:ext>
                </a:extLst>
              </p:cNvPr>
              <p:cNvSpPr/>
              <p:nvPr/>
            </p:nvSpPr>
            <p:spPr>
              <a:xfrm>
                <a:off x="7995871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OutcomeSpace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  <p:sp>
            <p:nvSpPr>
              <p:cNvPr id="111" name="Can 27">
                <a:extLst>
                  <a:ext uri="{FF2B5EF4-FFF2-40B4-BE49-F238E27FC236}">
                    <a16:creationId xmlns:a16="http://schemas.microsoft.com/office/drawing/2014/main" id="{DE86E246-EE91-9A9F-4275-CD3414A1BB21}"/>
                  </a:ext>
                </a:extLst>
              </p:cNvPr>
              <p:cNvSpPr/>
              <p:nvPr/>
            </p:nvSpPr>
            <p:spPr>
              <a:xfrm>
                <a:off x="9593023" y="7798139"/>
                <a:ext cx="1346245" cy="742950"/>
              </a:xfrm>
              <a:prstGeom prst="can">
                <a:avLst/>
              </a:prstGeom>
              <a:noFill/>
              <a:ln w="19050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Utility</a:t>
                </a:r>
              </a:p>
              <a:p>
                <a:pPr algn="ctr"/>
                <a:r>
                  <a:rPr lang="en-US" sz="1000" b="1">
                    <a:solidFill>
                      <a:schemeClr val="tx1"/>
                    </a:solidFill>
                    <a:latin typeface="Arial"/>
                    <a:ea typeface="맑은 고딕"/>
                    <a:cs typeface="Arial"/>
                  </a:rPr>
                  <a:t>Function</a:t>
                </a:r>
                <a:endParaRPr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endParaRPr>
              </a:p>
            </p:txBody>
          </p:sp>
        </p:grpSp>
        <p:cxnSp>
          <p:nvCxnSpPr>
            <p:cNvPr id="120" name="구부러진 연결선[U] 119">
              <a:extLst>
                <a:ext uri="{FF2B5EF4-FFF2-40B4-BE49-F238E27FC236}">
                  <a16:creationId xmlns:a16="http://schemas.microsoft.com/office/drawing/2014/main" id="{BE8240D3-E066-E6C4-C857-BC69B5B380A1}"/>
                </a:ext>
              </a:extLst>
            </p:cNvPr>
            <p:cNvCxnSpPr>
              <a:cxnSpLocks/>
              <a:stCxn id="7" idx="3"/>
              <a:endCxn id="108" idx="1"/>
            </p:cNvCxnSpPr>
            <p:nvPr/>
          </p:nvCxnSpPr>
          <p:spPr>
            <a:xfrm rot="5400000">
              <a:off x="8889195" y="5197763"/>
              <a:ext cx="2226543" cy="1138002"/>
            </a:xfrm>
            <a:prstGeom prst="curvedConnector3">
              <a:avLst>
                <a:gd name="adj1" fmla="val 50000"/>
              </a:avLst>
            </a:prstGeom>
            <a:solidFill>
              <a:srgbClr val="F5F5F5"/>
            </a:solidFill>
            <a:ln w="9525">
              <a:solidFill>
                <a:srgbClr val="666666"/>
              </a:solidFill>
              <a:prstDash val="solid"/>
              <a:headEnd type="arrow" w="med" len="med"/>
              <a:tailEnd type="arrow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213946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483BA-4175-04D9-EF6D-A259F5C2B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ounded Rectangle 8">
            <a:extLst>
              <a:ext uri="{FF2B5EF4-FFF2-40B4-BE49-F238E27FC236}">
                <a16:creationId xmlns:a16="http://schemas.microsoft.com/office/drawing/2014/main" id="{D8031509-0637-7950-304D-A35F192CFEDF}"/>
              </a:ext>
            </a:extLst>
          </p:cNvPr>
          <p:cNvSpPr/>
          <p:nvPr/>
        </p:nvSpPr>
        <p:spPr>
          <a:xfrm>
            <a:off x="768392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6A2E8C30-30AC-1427-7032-AFC9E191F04F}"/>
              </a:ext>
            </a:extLst>
          </p:cNvPr>
          <p:cNvSpPr/>
          <p:nvPr/>
        </p:nvSpPr>
        <p:spPr>
          <a:xfrm>
            <a:off x="627801" y="411331"/>
            <a:ext cx="5961959" cy="4895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#0</a:t>
            </a:r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(Initiator)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90773847-5338-8DF5-0462-BB61763397A9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23821A38-8779-907F-1412-823772C4076B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FFEA86F6-ACB9-FE63-A6A3-872A96ECA97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F357F7D7-6690-8FE1-D435-2455A271D6F2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4EDE1437-E39C-D591-0580-AC29AA19109F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9429D628-F0E9-C5B8-D864-27D269AFCA83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597706A7-432D-EC38-EDD6-43343F371395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0F8BAEA3-CDF0-449A-0B29-E69EA24EBFC8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2EDE8CA4-C847-1439-D0AB-0900F007423B}"/>
              </a:ext>
            </a:extLst>
          </p:cNvPr>
          <p:cNvCxnSpPr/>
          <p:nvPr/>
        </p:nvCxnSpPr>
        <p:spPr>
          <a:xfrm>
            <a:off x="7139085" y="1272434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748F0192-88C4-2EFB-689E-F3848DDBE5E1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8AAF8B13-BFA3-E87B-35D2-4C195D7120C1}"/>
              </a:ext>
            </a:extLst>
          </p:cNvPr>
          <p:cNvSpPr/>
          <p:nvPr/>
        </p:nvSpPr>
        <p:spPr>
          <a:xfrm>
            <a:off x="9576788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Consensus Negotiator</a:t>
            </a:r>
            <a:endParaRPr lang="ko-KR" altLang="en-US"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B8F1C7D8-7782-D364-1488-154A05D9B04B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55B80383-ED64-04A7-2914-7DEB1EC48514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CF846439-B713-FBCE-CEEC-D0815B16A250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...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5FC3415E-6DCA-34FF-9713-532241410B3E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82BB02B-1043-C2A9-5B97-5379803A223A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5FADB24C-5695-4C81-2595-E44773DAD25B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2A2D699A-DC07-2F03-95B8-D89C4F45376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28E30C12-BDA6-F630-2830-A244545033CA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3857528-65CB-13F9-30A8-77218299D8DD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752D2B51-CD05-A060-3C77-79B33714482F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C837CD6D-1D57-9EEF-7F74-4F834E074E7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8CEA89D0-A2E7-3FE3-749A-3D8B968C68DA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rot="16200000" flipH="1">
            <a:off x="998898" y="5501589"/>
            <a:ext cx="2226542" cy="530352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3ED2F85-3934-DE9E-DFEC-4BC9AA613AEC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419C9B-E137-A48A-50D9-83433B68AB37}"/>
              </a:ext>
            </a:extLst>
          </p:cNvPr>
          <p:cNvCxnSpPr>
            <a:cxnSpLocks/>
            <a:stCxn id="14" idx="3"/>
            <a:endCxn id="92" idx="1"/>
          </p:cNvCxnSpPr>
          <p:nvPr/>
        </p:nvCxnSpPr>
        <p:spPr>
          <a:xfrm rot="5400000">
            <a:off x="3990933" y="5340126"/>
            <a:ext cx="1956452" cy="583189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75797C02-0617-4581-A20D-07DC0B69E485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C0FA80DF-F7ED-98D5-DAC4-388A335B7404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6F0AEDA-920E-B019-AD83-5AD29B08064C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90A0941D-D872-41CF-B5B1-516327C8931A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737A494C-55BF-7D72-B797-74B7B110747C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FFF39CB6-1854-4F55-30E2-78E4221AC30B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AC9ABB8C-C8A1-E1C3-0DDB-B733B17E82D0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36055CE9-40FB-99A9-D2A0-4724DBC006BB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BA7DEA92-F15A-5B21-6F8D-2DF5326F2BD1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 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D517350A-3CC3-8708-D5F2-5C0A8482F29B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09E6D6C6-3531-AA1F-821B-32228C74B12C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773EE6D7-0D6C-3CB6-EC1E-01B41D09BB9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8B29BA3B-8904-517D-48DB-E3AB6940C4EE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C8D6799-B6A8-9670-4042-6559474F11C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86B74F23-9E0D-E855-D4E8-C62B7A961B3F}"/>
              </a:ext>
            </a:extLst>
          </p:cNvPr>
          <p:cNvSpPr/>
          <p:nvPr/>
        </p:nvSpPr>
        <p:spPr>
          <a:xfrm>
            <a:off x="8574230" y="3343939"/>
            <a:ext cx="2139245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State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0FA21E9A-7FA4-92B5-6054-EB8690C4AA02}"/>
              </a:ext>
            </a:extLst>
          </p:cNvPr>
          <p:cNvSpPr/>
          <p:nvPr/>
        </p:nvSpPr>
        <p:spPr>
          <a:xfrm>
            <a:off x="11116922" y="3223167"/>
            <a:ext cx="154516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</a:t>
            </a:r>
          </a:p>
          <a:p>
            <a:pPr algn="ctr"/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Proposal</a:t>
            </a:r>
            <a:r>
              <a:rPr lang="ko-KR" alt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ko-KR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Store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28" name="구부러진 연결선[U] 127">
            <a:extLst>
              <a:ext uri="{FF2B5EF4-FFF2-40B4-BE49-F238E27FC236}">
                <a16:creationId xmlns:a16="http://schemas.microsoft.com/office/drawing/2014/main" id="{1A9CA1A3-E4E4-2278-148B-60D74107BF9E}"/>
              </a:ext>
            </a:extLst>
          </p:cNvPr>
          <p:cNvCxnSpPr>
            <a:cxnSpLocks/>
            <a:stCxn id="7" idx="3"/>
            <a:endCxn id="103" idx="1"/>
          </p:cNvCxnSpPr>
          <p:nvPr/>
        </p:nvCxnSpPr>
        <p:spPr>
          <a:xfrm rot="16200000" flipH="1">
            <a:off x="10174349" y="5050610"/>
            <a:ext cx="1956453" cy="116221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3" name="구부러진 연결선[U] 132">
            <a:extLst>
              <a:ext uri="{FF2B5EF4-FFF2-40B4-BE49-F238E27FC236}">
                <a16:creationId xmlns:a16="http://schemas.microsoft.com/office/drawing/2014/main" id="{D6B6F43D-781B-11E4-DE6F-1D1F5F351AD6}"/>
              </a:ext>
            </a:extLst>
          </p:cNvPr>
          <p:cNvCxnSpPr>
            <a:cxnSpLocks/>
            <a:stCxn id="7" idx="3"/>
          </p:cNvCxnSpPr>
          <p:nvPr/>
        </p:nvCxnSpPr>
        <p:spPr>
          <a:xfrm rot="5400000">
            <a:off x="9435877" y="5543781"/>
            <a:ext cx="2025878" cy="2453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7" name="구부러진 연결선[U] 136">
            <a:extLst>
              <a:ext uri="{FF2B5EF4-FFF2-40B4-BE49-F238E27FC236}">
                <a16:creationId xmlns:a16="http://schemas.microsoft.com/office/drawing/2014/main" id="{5870A3A2-050C-0EF4-C6F4-B7472B6C9659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764682" y="5460278"/>
            <a:ext cx="1956454" cy="342884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B3CCF34A-3D8D-96AA-F3DE-5C7D857E8556}"/>
              </a:ext>
            </a:extLst>
          </p:cNvPr>
          <p:cNvGrpSpPr/>
          <p:nvPr/>
        </p:nvGrpSpPr>
        <p:grpSpPr>
          <a:xfrm>
            <a:off x="7683921" y="6054333"/>
            <a:ext cx="3621009" cy="2678336"/>
            <a:chOff x="7683921" y="6054333"/>
            <a:chExt cx="3621009" cy="2678336"/>
          </a:xfrm>
        </p:grpSpPr>
        <p:sp>
          <p:nvSpPr>
            <p:cNvPr id="107" name="Rounded Rectangle 8">
              <a:extLst>
                <a:ext uri="{FF2B5EF4-FFF2-40B4-BE49-F238E27FC236}">
                  <a16:creationId xmlns:a16="http://schemas.microsoft.com/office/drawing/2014/main" id="{7F238EDC-3BEC-B337-002D-5E0746C2690E}"/>
                </a:ext>
              </a:extLst>
            </p:cNvPr>
            <p:cNvSpPr/>
            <p:nvPr/>
          </p:nvSpPr>
          <p:spPr>
            <a:xfrm>
              <a:off x="7683921" y="6054333"/>
              <a:ext cx="3621009" cy="267833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pPr algn="ctr"/>
              <a:r>
                <a:rPr lang="ko-KR" altLang="en-US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참여자 </a:t>
              </a:r>
              <a:r>
                <a:rPr lang="en-US" altLang="ko-KR" sz="105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#1</a:t>
              </a:r>
              <a:endParaRPr sz="105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8" name="정육면체 107">
              <a:extLst>
                <a:ext uri="{FF2B5EF4-FFF2-40B4-BE49-F238E27FC236}">
                  <a16:creationId xmlns:a16="http://schemas.microsoft.com/office/drawing/2014/main" id="{932F5892-B9DF-6F2F-4059-62E226AD596A}"/>
                </a:ext>
              </a:extLst>
            </p:cNvPr>
            <p:cNvSpPr/>
            <p:nvPr/>
          </p:nvSpPr>
          <p:spPr>
            <a:xfrm>
              <a:off x="8964074" y="6758114"/>
              <a:ext cx="1060704" cy="731520"/>
            </a:xfrm>
            <a:prstGeom prst="cube">
              <a:avLst>
                <a:gd name="adj" fmla="val 16667"/>
              </a:avLst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ko-KR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Negotiator</a:t>
              </a:r>
              <a:endParaRPr lang="ko-KR" alt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09" name="모서리가 둥근 직사각형 108">
              <a:extLst>
                <a:ext uri="{FF2B5EF4-FFF2-40B4-BE49-F238E27FC236}">
                  <a16:creationId xmlns:a16="http://schemas.microsoft.com/office/drawing/2014/main" id="{FA518CAB-B433-FF0E-9C23-05370E1A9784}"/>
                </a:ext>
              </a:extLst>
            </p:cNvPr>
            <p:cNvSpPr/>
            <p:nvPr/>
          </p:nvSpPr>
          <p:spPr>
            <a:xfrm>
              <a:off x="7854602" y="6393849"/>
              <a:ext cx="3250230" cy="1212710"/>
            </a:xfrm>
            <a:prstGeom prst="roundRect">
              <a:avLst>
                <a:gd name="adj" fmla="val 0"/>
              </a:avLst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9050" tIns="95250" rIns="19050" bIns="19050" rtlCol="0" anchor="t">
              <a:noAutofit/>
            </a:bodyPr>
            <a:lstStyle/>
            <a:p>
              <a:r>
                <a:rPr lang="ko-KR" altLang="en-US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</a:t>
              </a:r>
              <a:r>
                <a:rPr lang="en-US" altLang="ko-KR" sz="105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/>
                  <a:ea typeface="맑은 고딕"/>
                  <a:cs typeface="Arial"/>
                </a:rPr>
                <a:t> Multi SAO Mechanism</a:t>
              </a:r>
              <a:endPara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0" name="Can 27">
              <a:extLst>
                <a:ext uri="{FF2B5EF4-FFF2-40B4-BE49-F238E27FC236}">
                  <a16:creationId xmlns:a16="http://schemas.microsoft.com/office/drawing/2014/main" id="{7350BC1C-1358-86AF-772A-441B694D31CA}"/>
                </a:ext>
              </a:extLst>
            </p:cNvPr>
            <p:cNvSpPr/>
            <p:nvPr/>
          </p:nvSpPr>
          <p:spPr>
            <a:xfrm>
              <a:off x="7995871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OutcomeSpace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  <p:sp>
          <p:nvSpPr>
            <p:cNvPr id="111" name="Can 27">
              <a:extLst>
                <a:ext uri="{FF2B5EF4-FFF2-40B4-BE49-F238E27FC236}">
                  <a16:creationId xmlns:a16="http://schemas.microsoft.com/office/drawing/2014/main" id="{DE509F89-A587-F983-14AB-E02D24E32766}"/>
                </a:ext>
              </a:extLst>
            </p:cNvPr>
            <p:cNvSpPr/>
            <p:nvPr/>
          </p:nvSpPr>
          <p:spPr>
            <a:xfrm>
              <a:off x="9593023" y="7798139"/>
              <a:ext cx="1346245" cy="742950"/>
            </a:xfrm>
            <a:prstGeom prst="can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Utility</a:t>
              </a:r>
            </a:p>
            <a:p>
              <a:pPr algn="ctr"/>
              <a:r>
                <a:rPr lang="en-US" sz="1000" b="1">
                  <a:solidFill>
                    <a:schemeClr val="tx1"/>
                  </a:solidFill>
                  <a:latin typeface="Arial"/>
                  <a:ea typeface="맑은 고딕"/>
                  <a:cs typeface="Arial"/>
                </a:rPr>
                <a:t>Function</a:t>
              </a:r>
              <a:endParaRPr sz="1000" b="1">
                <a:solidFill>
                  <a:schemeClr val="tx1"/>
                </a:solidFill>
                <a:latin typeface="Arial"/>
                <a:ea typeface="맑은 고딕"/>
                <a:cs typeface="Arial"/>
              </a:endParaRPr>
            </a:p>
          </p:txBody>
        </p:sp>
      </p:grpSp>
      <p:cxnSp>
        <p:nvCxnSpPr>
          <p:cNvPr id="120" name="구부러진 연결선[U] 119">
            <a:extLst>
              <a:ext uri="{FF2B5EF4-FFF2-40B4-BE49-F238E27FC236}">
                <a16:creationId xmlns:a16="http://schemas.microsoft.com/office/drawing/2014/main" id="{CBF4C6F9-00AE-9ECA-965E-CAF8FED08CD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 rot="5400000">
            <a:off x="8889195" y="5197763"/>
            <a:ext cx="2226543" cy="1138002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28014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F0BD1-CA8B-77EA-EF5C-DBFEC87C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3741413-256D-C67A-1184-228A1C152638}"/>
              </a:ext>
            </a:extLst>
          </p:cNvPr>
          <p:cNvSpPr/>
          <p:nvPr/>
        </p:nvSpPr>
        <p:spPr>
          <a:xfrm>
            <a:off x="292127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76" name="구부러진 연결선[U] 75">
            <a:extLst>
              <a:ext uri="{FF2B5EF4-FFF2-40B4-BE49-F238E27FC236}">
                <a16:creationId xmlns:a16="http://schemas.microsoft.com/office/drawing/2014/main" id="{581809F8-2B0B-4FB4-5343-74B73BF0B573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2259440" y="5378967"/>
            <a:ext cx="1785213" cy="334266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79" name="구부러진 연결선[U] 78">
            <a:extLst>
              <a:ext uri="{FF2B5EF4-FFF2-40B4-BE49-F238E27FC236}">
                <a16:creationId xmlns:a16="http://schemas.microsoft.com/office/drawing/2014/main" id="{4D627ABB-7E0C-9F83-4E7B-8AB3B88D155F}"/>
              </a:ext>
            </a:extLst>
          </p:cNvPr>
          <p:cNvCxnSpPr>
            <a:cxnSpLocks/>
            <a:stCxn id="13" idx="3"/>
          </p:cNvCxnSpPr>
          <p:nvPr/>
        </p:nvCxnSpPr>
        <p:spPr>
          <a:xfrm rot="5400000">
            <a:off x="3242275" y="5321710"/>
            <a:ext cx="1548775" cy="21234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92" name="정육면체 91">
            <a:extLst>
              <a:ext uri="{FF2B5EF4-FFF2-40B4-BE49-F238E27FC236}">
                <a16:creationId xmlns:a16="http://schemas.microsoft.com/office/drawing/2014/main" id="{140EDFE8-1C1D-9765-2A94-C4764C8915ED}"/>
              </a:ext>
            </a:extLst>
          </p:cNvPr>
          <p:cNvSpPr/>
          <p:nvPr/>
        </p:nvSpPr>
        <p:spPr>
          <a:xfrm>
            <a:off x="420817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ADDA77CE-DAA3-D975-AF2C-62F38F04F9C8}"/>
              </a:ext>
            </a:extLst>
          </p:cNvPr>
          <p:cNvSpPr/>
          <p:nvPr/>
        </p:nvSpPr>
        <p:spPr>
          <a:xfrm>
            <a:off x="309870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4" name="Can 27">
            <a:extLst>
              <a:ext uri="{FF2B5EF4-FFF2-40B4-BE49-F238E27FC236}">
                <a16:creationId xmlns:a16="http://schemas.microsoft.com/office/drawing/2014/main" id="{E275DAE4-A307-63E2-FDBD-CC9BF5DBF9F1}"/>
              </a:ext>
            </a:extLst>
          </p:cNvPr>
          <p:cNvSpPr/>
          <p:nvPr/>
        </p:nvSpPr>
        <p:spPr>
          <a:xfrm>
            <a:off x="323997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5" name="Can 27">
            <a:extLst>
              <a:ext uri="{FF2B5EF4-FFF2-40B4-BE49-F238E27FC236}">
                <a16:creationId xmlns:a16="http://schemas.microsoft.com/office/drawing/2014/main" id="{FAF249B6-ACB7-8064-3625-B4AD6870C1D9}"/>
              </a:ext>
            </a:extLst>
          </p:cNvPr>
          <p:cNvSpPr/>
          <p:nvPr/>
        </p:nvSpPr>
        <p:spPr>
          <a:xfrm>
            <a:off x="483712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5A0BDB25-07DA-10C4-A389-3E76D47C0A4B}"/>
              </a:ext>
            </a:extLst>
          </p:cNvPr>
          <p:cNvSpPr/>
          <p:nvPr/>
        </p:nvSpPr>
        <p:spPr>
          <a:xfrm>
            <a:off x="939751" y="1671104"/>
            <a:ext cx="5436301" cy="3336789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AACBD845-8276-1B5F-62B5-1AD13D2357DC}"/>
              </a:ext>
            </a:extLst>
          </p:cNvPr>
          <p:cNvCxnSpPr/>
          <p:nvPr/>
        </p:nvCxnSpPr>
        <p:spPr>
          <a:xfrm>
            <a:off x="7097175" y="363041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C00966A6-4DFE-3A91-0322-41702AB2B274}"/>
              </a:ext>
            </a:extLst>
          </p:cNvPr>
          <p:cNvSpPr/>
          <p:nvPr/>
        </p:nvSpPr>
        <p:spPr>
          <a:xfrm>
            <a:off x="137760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7E15D7DB-A9D7-C01C-D012-069B502439FF}"/>
              </a:ext>
            </a:extLst>
          </p:cNvPr>
          <p:cNvSpPr/>
          <p:nvPr/>
        </p:nvSpPr>
        <p:spPr>
          <a:xfrm>
            <a:off x="8689479" y="3921973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Cumulative 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A6A884A6-DFEC-0E18-4C23-AC1C50A4B60A}"/>
              </a:ext>
            </a:extLst>
          </p:cNvPr>
          <p:cNvSpPr/>
          <p:nvPr/>
        </p:nvSpPr>
        <p:spPr>
          <a:xfrm>
            <a:off x="1411661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8EB93C59-2C86-FE1F-13F6-96FC5549550F}"/>
              </a:ext>
            </a:extLst>
          </p:cNvPr>
          <p:cNvSpPr/>
          <p:nvPr/>
        </p:nvSpPr>
        <p:spPr>
          <a:xfrm>
            <a:off x="251552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2D72C006-FB68-251F-8238-F9AA68E021F9}"/>
              </a:ext>
            </a:extLst>
          </p:cNvPr>
          <p:cNvSpPr/>
          <p:nvPr/>
        </p:nvSpPr>
        <p:spPr>
          <a:xfrm>
            <a:off x="365344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298FA22D-6921-5FDF-BC0A-E78BD79C2826}"/>
              </a:ext>
            </a:extLst>
          </p:cNvPr>
          <p:cNvSpPr/>
          <p:nvPr/>
        </p:nvSpPr>
        <p:spPr>
          <a:xfrm>
            <a:off x="4791362" y="392197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91B2F4-95D8-A18A-D3B4-D9DF40526811}"/>
              </a:ext>
            </a:extLst>
          </p:cNvPr>
          <p:cNvSpPr/>
          <p:nvPr/>
        </p:nvSpPr>
        <p:spPr>
          <a:xfrm>
            <a:off x="1147705" y="2938483"/>
            <a:ext cx="5010912" cy="1870963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06760FCB-0A3F-75B1-B15B-7F7ED4142119}"/>
              </a:ext>
            </a:extLst>
          </p:cNvPr>
          <p:cNvSpPr/>
          <p:nvPr/>
        </p:nvSpPr>
        <p:spPr>
          <a:xfrm>
            <a:off x="3008813" y="2071242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761F1B25-13D8-0BFA-19DE-8C9365657032}"/>
              </a:ext>
            </a:extLst>
          </p:cNvPr>
          <p:cNvSpPr/>
          <p:nvPr/>
        </p:nvSpPr>
        <p:spPr>
          <a:xfrm>
            <a:off x="62780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DB7B86A5-179B-7323-2270-C0B797D78FB2}"/>
              </a:ext>
            </a:extLst>
          </p:cNvPr>
          <p:cNvSpPr/>
          <p:nvPr/>
        </p:nvSpPr>
        <p:spPr>
          <a:xfrm>
            <a:off x="190795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1D5C564-AFEC-5768-48C4-9A48F9CB63D1}"/>
              </a:ext>
            </a:extLst>
          </p:cNvPr>
          <p:cNvSpPr/>
          <p:nvPr/>
        </p:nvSpPr>
        <p:spPr>
          <a:xfrm>
            <a:off x="79848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BF433024-B7B5-C555-1C5B-3674E41B5C91}"/>
              </a:ext>
            </a:extLst>
          </p:cNvPr>
          <p:cNvSpPr/>
          <p:nvPr/>
        </p:nvSpPr>
        <p:spPr>
          <a:xfrm>
            <a:off x="93975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F16EB08E-0F8A-841E-D414-8A25A7293593}"/>
              </a:ext>
            </a:extLst>
          </p:cNvPr>
          <p:cNvSpPr/>
          <p:nvPr/>
        </p:nvSpPr>
        <p:spPr>
          <a:xfrm>
            <a:off x="253690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2DDB2F44-1128-A720-6195-75E221EAC8EB}"/>
              </a:ext>
            </a:extLst>
          </p:cNvPr>
          <p:cNvCxnSpPr>
            <a:cxnSpLocks/>
            <a:stCxn id="5" idx="3"/>
            <a:endCxn id="18" idx="0"/>
          </p:cNvCxnSpPr>
          <p:nvPr/>
        </p:nvCxnSpPr>
        <p:spPr>
          <a:xfrm rot="16200000" flipH="1">
            <a:off x="1120820" y="5379667"/>
            <a:ext cx="2104620" cy="65227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0F35A66-26C6-62E5-4D58-4CC3A303C45E}"/>
              </a:ext>
            </a:extLst>
          </p:cNvPr>
          <p:cNvSpPr txBox="1"/>
          <p:nvPr/>
        </p:nvSpPr>
        <p:spPr>
          <a:xfrm>
            <a:off x="242359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ED31DC6F-8A89-14D4-F9C6-AA879BF3D0FE}"/>
              </a:ext>
            </a:extLst>
          </p:cNvPr>
          <p:cNvCxnSpPr>
            <a:cxnSpLocks/>
            <a:stCxn id="14" idx="3"/>
            <a:endCxn id="92" idx="0"/>
          </p:cNvCxnSpPr>
          <p:nvPr/>
        </p:nvCxnSpPr>
        <p:spPr>
          <a:xfrm rot="5400000">
            <a:off x="4112855" y="5340126"/>
            <a:ext cx="1834530" cy="461267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C1AA6B64-EDA4-1493-C64D-419404D3CB6C}"/>
              </a:ext>
            </a:extLst>
          </p:cNvPr>
          <p:cNvSpPr/>
          <p:nvPr/>
        </p:nvSpPr>
        <p:spPr>
          <a:xfrm>
            <a:off x="9397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BE839DD-E257-17F2-C523-04C3DD9F181C}"/>
              </a:ext>
            </a:extLst>
          </p:cNvPr>
          <p:cNvSpPr/>
          <p:nvPr/>
        </p:nvSpPr>
        <p:spPr>
          <a:xfrm>
            <a:off x="7950151" y="1672971"/>
            <a:ext cx="5397598" cy="33349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BEC368C3-9D2E-6CAD-65F2-485647635C2D}"/>
              </a:ext>
            </a:extLst>
          </p:cNvPr>
          <p:cNvSpPr/>
          <p:nvPr/>
        </p:nvSpPr>
        <p:spPr>
          <a:xfrm>
            <a:off x="8301847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8781C2F-927A-FC56-DF46-B9CC075388F8}"/>
              </a:ext>
            </a:extLst>
          </p:cNvPr>
          <p:cNvSpPr/>
          <p:nvPr/>
        </p:nvSpPr>
        <p:spPr>
          <a:xfrm>
            <a:off x="8170783" y="2942858"/>
            <a:ext cx="4923292" cy="1866588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FEC6B054-E161-0960-7352-56F99EE76746}"/>
              </a:ext>
            </a:extLst>
          </p:cNvPr>
          <p:cNvSpPr/>
          <p:nvPr/>
        </p:nvSpPr>
        <p:spPr>
          <a:xfrm>
            <a:off x="9898999" y="20752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0" name="Rounded Rectangle 8">
            <a:extLst>
              <a:ext uri="{FF2B5EF4-FFF2-40B4-BE49-F238E27FC236}">
                <a16:creationId xmlns:a16="http://schemas.microsoft.com/office/drawing/2014/main" id="{418C2B0C-0DB2-49A3-DA4C-EA123143AFA4}"/>
              </a:ext>
            </a:extLst>
          </p:cNvPr>
          <p:cNvSpPr/>
          <p:nvPr/>
        </p:nvSpPr>
        <p:spPr>
          <a:xfrm>
            <a:off x="1377603" y="3332122"/>
            <a:ext cx="2283764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Multi-session Controller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2" name="Rounded Rectangle 8">
            <a:extLst>
              <a:ext uri="{FF2B5EF4-FFF2-40B4-BE49-F238E27FC236}">
                <a16:creationId xmlns:a16="http://schemas.microsoft.com/office/drawing/2014/main" id="{C3B2681F-4DDF-6AEF-CB58-4DD3DF271621}"/>
              </a:ext>
            </a:extLst>
          </p:cNvPr>
          <p:cNvSpPr/>
          <p:nvPr/>
        </p:nvSpPr>
        <p:spPr>
          <a:xfrm>
            <a:off x="3759200" y="3332122"/>
            <a:ext cx="2092867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Batch-offer Coordinator 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5" name="Rounded Rectangle 8">
            <a:extLst>
              <a:ext uri="{FF2B5EF4-FFF2-40B4-BE49-F238E27FC236}">
                <a16:creationId xmlns:a16="http://schemas.microsoft.com/office/drawing/2014/main" id="{2ED7C524-EF11-3094-8A27-475E5A7F2978}"/>
              </a:ext>
            </a:extLst>
          </p:cNvPr>
          <p:cNvSpPr/>
          <p:nvPr/>
        </p:nvSpPr>
        <p:spPr>
          <a:xfrm>
            <a:off x="7950151" y="870518"/>
            <a:ext cx="2031786" cy="55473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1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Manager</a:t>
            </a:r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2" name="Rounded Rectangle 8">
            <a:extLst>
              <a:ext uri="{FF2B5EF4-FFF2-40B4-BE49-F238E27FC236}">
                <a16:creationId xmlns:a16="http://schemas.microsoft.com/office/drawing/2014/main" id="{AB96110A-032A-2557-8BFF-0FC2C5BEEBFE}"/>
              </a:ext>
            </a:extLst>
          </p:cNvPr>
          <p:cNvSpPr/>
          <p:nvPr/>
        </p:nvSpPr>
        <p:spPr>
          <a:xfrm>
            <a:off x="9977392" y="5739385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3" name="정육면체 102">
            <a:extLst>
              <a:ext uri="{FF2B5EF4-FFF2-40B4-BE49-F238E27FC236}">
                <a16:creationId xmlns:a16="http://schemas.microsoft.com/office/drawing/2014/main" id="{71532A41-D36C-39FB-287D-17662F687CA7}"/>
              </a:ext>
            </a:extLst>
          </p:cNvPr>
          <p:cNvSpPr/>
          <p:nvPr/>
        </p:nvSpPr>
        <p:spPr>
          <a:xfrm>
            <a:off x="11264293" y="648802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B851A0D6-BCE2-67E7-AF91-09EBF398F2A0}"/>
              </a:ext>
            </a:extLst>
          </p:cNvPr>
          <p:cNvSpPr/>
          <p:nvPr/>
        </p:nvSpPr>
        <p:spPr>
          <a:xfrm>
            <a:off x="10154821" y="612375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5" name="Can 27">
            <a:extLst>
              <a:ext uri="{FF2B5EF4-FFF2-40B4-BE49-F238E27FC236}">
                <a16:creationId xmlns:a16="http://schemas.microsoft.com/office/drawing/2014/main" id="{5A912E07-FEA0-AFE7-EC62-06888592FEF4}"/>
              </a:ext>
            </a:extLst>
          </p:cNvPr>
          <p:cNvSpPr/>
          <p:nvPr/>
        </p:nvSpPr>
        <p:spPr>
          <a:xfrm>
            <a:off x="10296090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6" name="Can 27">
            <a:extLst>
              <a:ext uri="{FF2B5EF4-FFF2-40B4-BE49-F238E27FC236}">
                <a16:creationId xmlns:a16="http://schemas.microsoft.com/office/drawing/2014/main" id="{C95B9AD4-DF50-F7C3-95AD-917AEB563E78}"/>
              </a:ext>
            </a:extLst>
          </p:cNvPr>
          <p:cNvSpPr/>
          <p:nvPr/>
        </p:nvSpPr>
        <p:spPr>
          <a:xfrm>
            <a:off x="11893242" y="752804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7" name="Rounded Rectangle 8">
            <a:extLst>
              <a:ext uri="{FF2B5EF4-FFF2-40B4-BE49-F238E27FC236}">
                <a16:creationId xmlns:a16="http://schemas.microsoft.com/office/drawing/2014/main" id="{AD071A78-41F1-A378-2748-3C9156C33722}"/>
              </a:ext>
            </a:extLst>
          </p:cNvPr>
          <p:cNvSpPr/>
          <p:nvPr/>
        </p:nvSpPr>
        <p:spPr>
          <a:xfrm>
            <a:off x="7683921" y="6054333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8" name="정육면체 107">
            <a:extLst>
              <a:ext uri="{FF2B5EF4-FFF2-40B4-BE49-F238E27FC236}">
                <a16:creationId xmlns:a16="http://schemas.microsoft.com/office/drawing/2014/main" id="{C25D5C62-CE01-1B13-4CCB-73B4AAAE2F70}"/>
              </a:ext>
            </a:extLst>
          </p:cNvPr>
          <p:cNvSpPr/>
          <p:nvPr/>
        </p:nvSpPr>
        <p:spPr>
          <a:xfrm>
            <a:off x="8964074" y="6758114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Negotiator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05F58451-A240-3840-EE51-E5AEC208D07F}"/>
              </a:ext>
            </a:extLst>
          </p:cNvPr>
          <p:cNvSpPr/>
          <p:nvPr/>
        </p:nvSpPr>
        <p:spPr>
          <a:xfrm>
            <a:off x="7854602" y="6393849"/>
            <a:ext cx="3250230" cy="1212710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Multi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0" name="Can 27">
            <a:extLst>
              <a:ext uri="{FF2B5EF4-FFF2-40B4-BE49-F238E27FC236}">
                <a16:creationId xmlns:a16="http://schemas.microsoft.com/office/drawing/2014/main" id="{52841829-A0BA-6AA6-EA0D-3037DFA40DA1}"/>
              </a:ext>
            </a:extLst>
          </p:cNvPr>
          <p:cNvSpPr/>
          <p:nvPr/>
        </p:nvSpPr>
        <p:spPr>
          <a:xfrm>
            <a:off x="7995871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1" name="Can 27">
            <a:extLst>
              <a:ext uri="{FF2B5EF4-FFF2-40B4-BE49-F238E27FC236}">
                <a16:creationId xmlns:a16="http://schemas.microsoft.com/office/drawing/2014/main" id="{934D12B1-4219-9ABA-ACA0-B5DDE0CB9152}"/>
              </a:ext>
            </a:extLst>
          </p:cNvPr>
          <p:cNvSpPr/>
          <p:nvPr/>
        </p:nvSpPr>
        <p:spPr>
          <a:xfrm>
            <a:off x="9593023" y="7798139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02C3DA0-B616-1D15-5FBF-7F8BB0D914ED}"/>
              </a:ext>
            </a:extLst>
          </p:cNvPr>
          <p:cNvSpPr txBox="1"/>
          <p:nvPr/>
        </p:nvSpPr>
        <p:spPr>
          <a:xfrm>
            <a:off x="9479717" y="5683600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sp>
        <p:nvSpPr>
          <p:cNvPr id="113" name="Rounded Rectangle 8">
            <a:extLst>
              <a:ext uri="{FF2B5EF4-FFF2-40B4-BE49-F238E27FC236}">
                <a16:creationId xmlns:a16="http://schemas.microsoft.com/office/drawing/2014/main" id="{60B60239-8229-0FCE-22B7-3CD4356ACD35}"/>
              </a:ext>
            </a:extLst>
          </p:cNvPr>
          <p:cNvSpPr/>
          <p:nvPr/>
        </p:nvSpPr>
        <p:spPr>
          <a:xfrm>
            <a:off x="8308111" y="3332122"/>
            <a:ext cx="1545168" cy="427124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endParaRPr sz="11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4" name="Can 27">
            <a:extLst>
              <a:ext uri="{FF2B5EF4-FFF2-40B4-BE49-F238E27FC236}">
                <a16:creationId xmlns:a16="http://schemas.microsoft.com/office/drawing/2014/main" id="{BAC53C34-DF45-A390-CC33-D56C79AABAA7}"/>
              </a:ext>
            </a:extLst>
          </p:cNvPr>
          <p:cNvSpPr/>
          <p:nvPr/>
        </p:nvSpPr>
        <p:spPr>
          <a:xfrm>
            <a:off x="11034674" y="3223167"/>
            <a:ext cx="1134477" cy="626082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	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8262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AAD-5AED-D5A8-1A63-36ACC17B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8">
            <a:extLst>
              <a:ext uri="{FF2B5EF4-FFF2-40B4-BE49-F238E27FC236}">
                <a16:creationId xmlns:a16="http://schemas.microsoft.com/office/drawing/2014/main" id="{CF9EDC2A-9E8A-B1F7-72C9-17F5C6DA214B}"/>
              </a:ext>
            </a:extLst>
          </p:cNvPr>
          <p:cNvSpPr/>
          <p:nvPr/>
        </p:nvSpPr>
        <p:spPr>
          <a:xfrm>
            <a:off x="2967847" y="5505234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386872FC-B2F4-8A3D-39CC-6D6AFEC2F837}"/>
              </a:ext>
            </a:extLst>
          </p:cNvPr>
          <p:cNvSpPr/>
          <p:nvPr/>
        </p:nvSpPr>
        <p:spPr>
          <a:xfrm>
            <a:off x="986326" y="2426393"/>
            <a:ext cx="5436301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4" name="Connector 6">
            <a:extLst>
              <a:ext uri="{FF2B5EF4-FFF2-40B4-BE49-F238E27FC236}">
                <a16:creationId xmlns:a16="http://schemas.microsoft.com/office/drawing/2014/main" id="{11BF6C89-0A18-0229-6AF2-2E99EEBA1053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정육면체 4">
            <a:extLst>
              <a:ext uri="{FF2B5EF4-FFF2-40B4-BE49-F238E27FC236}">
                <a16:creationId xmlns:a16="http://schemas.microsoft.com/office/drawing/2014/main" id="{E4ADFABD-08E9-6367-A49C-428123C0F8AE}"/>
              </a:ext>
            </a:extLst>
          </p:cNvPr>
          <p:cNvSpPr/>
          <p:nvPr/>
        </p:nvSpPr>
        <p:spPr>
          <a:xfrm>
            <a:off x="142417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7" name="정육면체 6">
            <a:extLst>
              <a:ext uri="{FF2B5EF4-FFF2-40B4-BE49-F238E27FC236}">
                <a16:creationId xmlns:a16="http://schemas.microsoft.com/office/drawing/2014/main" id="{B6D9CBB6-6D8F-2A8C-5669-F6BDAB808790}"/>
              </a:ext>
            </a:extLst>
          </p:cNvPr>
          <p:cNvSpPr/>
          <p:nvPr/>
        </p:nvSpPr>
        <p:spPr>
          <a:xfrm>
            <a:off x="9282381" y="4809447"/>
            <a:ext cx="2111281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" name="Can 27">
            <a:extLst>
              <a:ext uri="{FF2B5EF4-FFF2-40B4-BE49-F238E27FC236}">
                <a16:creationId xmlns:a16="http://schemas.microsoft.com/office/drawing/2014/main" id="{EB516F26-1361-9A77-7AFF-4C404BD57CB7}"/>
              </a:ext>
            </a:extLst>
          </p:cNvPr>
          <p:cNvSpPr/>
          <p:nvPr/>
        </p:nvSpPr>
        <p:spPr>
          <a:xfrm>
            <a:off x="1458236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78AF5791-9812-A537-76EE-ABBE893321EB}"/>
              </a:ext>
            </a:extLst>
          </p:cNvPr>
          <p:cNvSpPr/>
          <p:nvPr/>
        </p:nvSpPr>
        <p:spPr>
          <a:xfrm>
            <a:off x="256209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#2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96E64200-EE81-495D-743A-A03F2D95745D}"/>
              </a:ext>
            </a:extLst>
          </p:cNvPr>
          <p:cNvSpPr/>
          <p:nvPr/>
        </p:nvSpPr>
        <p:spPr>
          <a:xfrm>
            <a:off x="370001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… …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94272F61-DFC4-345A-3242-7B6A9F8DBE3A}"/>
              </a:ext>
            </a:extLst>
          </p:cNvPr>
          <p:cNvSpPr/>
          <p:nvPr/>
        </p:nvSpPr>
        <p:spPr>
          <a:xfrm>
            <a:off x="4837937" y="4151922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</a:t>
            </a:r>
          </a:p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Instance #N-1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4BA5E5D8-4049-CC5F-86DF-F784C35DC853}"/>
              </a:ext>
            </a:extLst>
          </p:cNvPr>
          <p:cNvSpPr/>
          <p:nvPr/>
        </p:nvSpPr>
        <p:spPr>
          <a:xfrm>
            <a:off x="1194280" y="3693772"/>
            <a:ext cx="5010912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ko-KR" alt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Modified SAO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Can 27">
            <a:extLst>
              <a:ext uri="{FF2B5EF4-FFF2-40B4-BE49-F238E27FC236}">
                <a16:creationId xmlns:a16="http://schemas.microsoft.com/office/drawing/2014/main" id="{8D5B1879-BA9B-BF60-1071-D181250DA112}"/>
              </a:ext>
            </a:extLst>
          </p:cNvPr>
          <p:cNvSpPr/>
          <p:nvPr/>
        </p:nvSpPr>
        <p:spPr>
          <a:xfrm>
            <a:off x="3055388" y="2826530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7" name="Rounded Rectangle 8">
            <a:extLst>
              <a:ext uri="{FF2B5EF4-FFF2-40B4-BE49-F238E27FC236}">
                <a16:creationId xmlns:a16="http://schemas.microsoft.com/office/drawing/2014/main" id="{CAD3FD72-7A6B-BD99-09D6-0ABD9AB07793}"/>
              </a:ext>
            </a:extLst>
          </p:cNvPr>
          <p:cNvSpPr/>
          <p:nvPr/>
        </p:nvSpPr>
        <p:spPr>
          <a:xfrm>
            <a:off x="674376" y="5820182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정육면체 17">
            <a:extLst>
              <a:ext uri="{FF2B5EF4-FFF2-40B4-BE49-F238E27FC236}">
                <a16:creationId xmlns:a16="http://schemas.microsoft.com/office/drawing/2014/main" id="{36E72A7D-BD2D-C2D3-6C3C-4121C3FA87B1}"/>
              </a:ext>
            </a:extLst>
          </p:cNvPr>
          <p:cNvSpPr/>
          <p:nvPr/>
        </p:nvSpPr>
        <p:spPr>
          <a:xfrm>
            <a:off x="1890847" y="6562063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22CF025-99A8-EE09-142E-F9616F0FFACC}"/>
              </a:ext>
            </a:extLst>
          </p:cNvPr>
          <p:cNvSpPr/>
          <p:nvPr/>
        </p:nvSpPr>
        <p:spPr>
          <a:xfrm>
            <a:off x="845057" y="6159698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0" name="Can 27">
            <a:extLst>
              <a:ext uri="{FF2B5EF4-FFF2-40B4-BE49-F238E27FC236}">
                <a16:creationId xmlns:a16="http://schemas.microsoft.com/office/drawing/2014/main" id="{962413EE-D8BE-F214-BF99-D8040C3A80C8}"/>
              </a:ext>
            </a:extLst>
          </p:cNvPr>
          <p:cNvSpPr/>
          <p:nvPr/>
        </p:nvSpPr>
        <p:spPr>
          <a:xfrm>
            <a:off x="986326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21" name="Can 27">
            <a:extLst>
              <a:ext uri="{FF2B5EF4-FFF2-40B4-BE49-F238E27FC236}">
                <a16:creationId xmlns:a16="http://schemas.microsoft.com/office/drawing/2014/main" id="{EF3A3268-1A5C-3A53-CA00-BAE496CA6B99}"/>
              </a:ext>
            </a:extLst>
          </p:cNvPr>
          <p:cNvSpPr/>
          <p:nvPr/>
        </p:nvSpPr>
        <p:spPr>
          <a:xfrm>
            <a:off x="2583478" y="7463341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23" name="구부러진 연결선[U] 22">
            <a:extLst>
              <a:ext uri="{FF2B5EF4-FFF2-40B4-BE49-F238E27FC236}">
                <a16:creationId xmlns:a16="http://schemas.microsoft.com/office/drawing/2014/main" id="{F235CCB3-03DD-A244-8485-14C3F7E6E7B6}"/>
              </a:ext>
            </a:extLst>
          </p:cNvPr>
          <p:cNvCxnSpPr>
            <a:cxnSpLocks/>
            <a:stCxn id="5" idx="3"/>
            <a:endCxn id="17" idx="0"/>
          </p:cNvCxnSpPr>
          <p:nvPr/>
        </p:nvCxnSpPr>
        <p:spPr>
          <a:xfrm rot="16200000" flipH="1">
            <a:off x="1720854" y="5056155"/>
            <a:ext cx="936740" cy="59131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181AAFF-D7EC-B252-FB45-5B1679CDAB46}"/>
              </a:ext>
            </a:extLst>
          </p:cNvPr>
          <p:cNvSpPr txBox="1"/>
          <p:nvPr/>
        </p:nvSpPr>
        <p:spPr>
          <a:xfrm>
            <a:off x="2470172" y="5449449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  <p:cxnSp>
        <p:nvCxnSpPr>
          <p:cNvPr id="38" name="구부러진 연결선[U] 37">
            <a:extLst>
              <a:ext uri="{FF2B5EF4-FFF2-40B4-BE49-F238E27FC236}">
                <a16:creationId xmlns:a16="http://schemas.microsoft.com/office/drawing/2014/main" id="{505A2D35-6A72-2F79-2D49-E7FC837C4029}"/>
              </a:ext>
            </a:extLst>
          </p:cNvPr>
          <p:cNvCxnSpPr>
            <a:cxnSpLocks/>
            <a:stCxn id="14" idx="3"/>
            <a:endCxn id="24" idx="0"/>
          </p:cNvCxnSpPr>
          <p:nvPr/>
        </p:nvCxnSpPr>
        <p:spPr>
          <a:xfrm rot="5400000">
            <a:off x="4731944" y="4929850"/>
            <a:ext cx="621792" cy="528976"/>
          </a:xfrm>
          <a:prstGeom prst="curvedConnector3">
            <a:avLst>
              <a:gd name="adj1" fmla="val 50000"/>
            </a:avLst>
          </a:prstGeom>
          <a:solidFill>
            <a:srgbClr val="F5F5F5"/>
          </a:solidFill>
          <a:ln w="9525">
            <a:solidFill>
              <a:srgbClr val="666666"/>
            </a:solidFill>
            <a:prstDash val="solid"/>
            <a:headEnd type="arrow" w="med" len="med"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86E3D39A-0E24-954C-E2EB-D5E60C1A23F0}"/>
              </a:ext>
            </a:extLst>
          </p:cNvPr>
          <p:cNvSpPr/>
          <p:nvPr/>
        </p:nvSpPr>
        <p:spPr>
          <a:xfrm>
            <a:off x="1023601" y="1088355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9C92E70E-DEF9-6E21-0167-3CCB505564C8}"/>
              </a:ext>
            </a:extLst>
          </p:cNvPr>
          <p:cNvSpPr/>
          <p:nvPr/>
        </p:nvSpPr>
        <p:spPr>
          <a:xfrm>
            <a:off x="8451086" y="1706880"/>
            <a:ext cx="2509517" cy="998522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Negotiation Coordinator</a:t>
            </a:r>
            <a:endParaRPr sz="12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5" name="Rounded Rectangle 8">
            <a:extLst>
              <a:ext uri="{FF2B5EF4-FFF2-40B4-BE49-F238E27FC236}">
                <a16:creationId xmlns:a16="http://schemas.microsoft.com/office/drawing/2014/main" id="{E01F7622-2934-20EB-0D0D-E3575B9EC0BC}"/>
              </a:ext>
            </a:extLst>
          </p:cNvPr>
          <p:cNvSpPr/>
          <p:nvPr/>
        </p:nvSpPr>
        <p:spPr>
          <a:xfrm>
            <a:off x="8477333" y="3042410"/>
            <a:ext cx="3681378" cy="2742610"/>
          </a:xfrm>
          <a:prstGeom prst="roundRect">
            <a:avLst>
              <a:gd name="adj" fmla="val 231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NegMAS</a:t>
            </a:r>
            <a:endParaRPr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1" name="Can 27">
            <a:extLst>
              <a:ext uri="{FF2B5EF4-FFF2-40B4-BE49-F238E27FC236}">
                <a16:creationId xmlns:a16="http://schemas.microsoft.com/office/drawing/2014/main" id="{037FB5A3-CF12-9B15-F4F1-3E7AC0B7FE0E}"/>
              </a:ext>
            </a:extLst>
          </p:cNvPr>
          <p:cNvSpPr/>
          <p:nvPr/>
        </p:nvSpPr>
        <p:spPr>
          <a:xfrm>
            <a:off x="8829029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254486A-ED05-96E2-8857-36D48F966DFB}"/>
              </a:ext>
            </a:extLst>
          </p:cNvPr>
          <p:cNvSpPr/>
          <p:nvPr/>
        </p:nvSpPr>
        <p:spPr>
          <a:xfrm>
            <a:off x="8743685" y="4312297"/>
            <a:ext cx="3119131" cy="1353312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bg1">
                <a:lumMod val="50000"/>
              </a:schemeClr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r>
              <a:rPr lang="en-US" altLang="ko-KR" sz="1050" b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맑은 고딕"/>
                <a:cs typeface="Arial"/>
              </a:rPr>
              <a:t>  Cumulative Consensus Mechanism</a:t>
            </a:r>
            <a:endParaRPr lang="ko-KR" altLang="en-US" sz="1050" b="1">
              <a:solidFill>
                <a:schemeClr val="tx1">
                  <a:lumMod val="65000"/>
                  <a:lumOff val="35000"/>
                </a:schemeClr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6" name="Can 27">
            <a:extLst>
              <a:ext uri="{FF2B5EF4-FFF2-40B4-BE49-F238E27FC236}">
                <a16:creationId xmlns:a16="http://schemas.microsoft.com/office/drawing/2014/main" id="{C10F4664-7DB5-1E3B-FBBF-F5C1C87EEFFF}"/>
              </a:ext>
            </a:extLst>
          </p:cNvPr>
          <p:cNvSpPr/>
          <p:nvPr/>
        </p:nvSpPr>
        <p:spPr>
          <a:xfrm>
            <a:off x="10426181" y="3444705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9" name="Rounded Rectangle 8">
            <a:extLst>
              <a:ext uri="{FF2B5EF4-FFF2-40B4-BE49-F238E27FC236}">
                <a16:creationId xmlns:a16="http://schemas.microsoft.com/office/drawing/2014/main" id="{48BAFC66-8454-0EB8-D392-936F2F674624}"/>
              </a:ext>
            </a:extLst>
          </p:cNvPr>
          <p:cNvSpPr/>
          <p:nvPr/>
        </p:nvSpPr>
        <p:spPr>
          <a:xfrm>
            <a:off x="9956420" y="6123759"/>
            <a:ext cx="3621009" cy="2678336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#N-1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0" name="Rounded Rectangle 8">
            <a:extLst>
              <a:ext uri="{FF2B5EF4-FFF2-40B4-BE49-F238E27FC236}">
                <a16:creationId xmlns:a16="http://schemas.microsoft.com/office/drawing/2014/main" id="{029764CA-EEBB-06C4-4020-E49C59391EEF}"/>
              </a:ext>
            </a:extLst>
          </p:cNvPr>
          <p:cNvSpPr/>
          <p:nvPr/>
        </p:nvSpPr>
        <p:spPr>
          <a:xfrm>
            <a:off x="7662949" y="6438707"/>
            <a:ext cx="3621009" cy="2678336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ko-KR" altLang="en-US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참여자</a:t>
            </a:r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#1</a:t>
            </a:r>
            <a:endParaRPr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865AD298-8F17-89AA-D78E-61667BCB0C5E}"/>
              </a:ext>
            </a:extLst>
          </p:cNvPr>
          <p:cNvSpPr/>
          <p:nvPr/>
        </p:nvSpPr>
        <p:spPr>
          <a:xfrm>
            <a:off x="8879420" y="7180588"/>
            <a:ext cx="1060704" cy="731520"/>
          </a:xfrm>
          <a:prstGeom prst="cube">
            <a:avLst>
              <a:gd name="adj" fmla="val 16667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</a:t>
            </a:r>
            <a:endParaRPr lang="ko-KR" altLang="en-US"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7092B550-9BF7-C1F7-CA06-0DD69462E8AE}"/>
              </a:ext>
            </a:extLst>
          </p:cNvPr>
          <p:cNvSpPr/>
          <p:nvPr/>
        </p:nvSpPr>
        <p:spPr>
          <a:xfrm>
            <a:off x="7833630" y="6778223"/>
            <a:ext cx="3250230" cy="2180324"/>
          </a:xfrm>
          <a:prstGeom prst="roundRect">
            <a:avLst>
              <a:gd name="adj" fmla="val 0"/>
            </a:avLst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lang="en-US" altLang="ko-KR" sz="105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Session (SAOMechanism)</a:t>
            </a:r>
            <a:endParaRPr lang="ko-KR" altLang="en-US" sz="105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3" name="Can 27">
            <a:extLst>
              <a:ext uri="{FF2B5EF4-FFF2-40B4-BE49-F238E27FC236}">
                <a16:creationId xmlns:a16="http://schemas.microsoft.com/office/drawing/2014/main" id="{0AF68062-BE03-5F3D-7A8C-33FDDC12B141}"/>
              </a:ext>
            </a:extLst>
          </p:cNvPr>
          <p:cNvSpPr/>
          <p:nvPr/>
        </p:nvSpPr>
        <p:spPr>
          <a:xfrm>
            <a:off x="7974899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OutcomeSpace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4" name="Can 27">
            <a:extLst>
              <a:ext uri="{FF2B5EF4-FFF2-40B4-BE49-F238E27FC236}">
                <a16:creationId xmlns:a16="http://schemas.microsoft.com/office/drawing/2014/main" id="{5D09A015-3D85-954A-8037-CEBD2F0C622E}"/>
              </a:ext>
            </a:extLst>
          </p:cNvPr>
          <p:cNvSpPr/>
          <p:nvPr/>
        </p:nvSpPr>
        <p:spPr>
          <a:xfrm>
            <a:off x="9572051" y="8081866"/>
            <a:ext cx="1346245" cy="742950"/>
          </a:xfrm>
          <a:prstGeom prst="can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Utility</a:t>
            </a:r>
          </a:p>
          <a:p>
            <a:pPr algn="ctr"/>
            <a:r>
              <a:rPr lang="en-US" sz="1000" b="1">
                <a:solidFill>
                  <a:schemeClr val="tx1"/>
                </a:solidFill>
                <a:latin typeface="Arial"/>
                <a:ea typeface="맑은 고딕"/>
                <a:cs typeface="Arial"/>
              </a:rPr>
              <a:t>Function</a:t>
            </a:r>
            <a:endParaRPr sz="1000" b="1">
              <a:solidFill>
                <a:schemeClr val="tx1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96AF91-46A7-81F8-BF2E-451EF2252ECF}"/>
              </a:ext>
            </a:extLst>
          </p:cNvPr>
          <p:cNvSpPr txBox="1"/>
          <p:nvPr/>
        </p:nvSpPr>
        <p:spPr>
          <a:xfrm>
            <a:off x="9458745" y="6067974"/>
            <a:ext cx="585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2400"/>
              <a:t>· · · </a:t>
            </a:r>
          </a:p>
        </p:txBody>
      </p:sp>
    </p:spTree>
    <p:extLst>
      <p:ext uri="{BB962C8B-B14F-4D97-AF65-F5344CB8AC3E}">
        <p14:creationId xmlns:p14="http://schemas.microsoft.com/office/powerpoint/2010/main" val="2220976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309D-2AC3-28E2-9773-40743F86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F0DCEE9-5350-7E9E-F45B-BF02C1E428DD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046981D-30BC-9A8B-8AD9-D41A3A8CE4EC}"/>
              </a:ext>
            </a:extLst>
          </p:cNvPr>
          <p:cNvSpPr/>
          <p:nvPr/>
        </p:nvSpPr>
        <p:spPr>
          <a:xfrm>
            <a:off x="3209192" y="946584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BEC4887-1A68-8905-43A6-E1F593F6F072}"/>
              </a:ext>
            </a:extLst>
          </p:cNvPr>
          <p:cNvSpPr/>
          <p:nvPr/>
        </p:nvSpPr>
        <p:spPr>
          <a:xfrm>
            <a:off x="3447317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2D2DD69-2D27-3848-B1F8-AF38B43596F9}"/>
              </a:ext>
            </a:extLst>
          </p:cNvPr>
          <p:cNvSpPr/>
          <p:nvPr/>
        </p:nvSpPr>
        <p:spPr>
          <a:xfrm>
            <a:off x="3447316" y="223163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8E6A0C-D50A-FCC7-ACB4-89280262265B}"/>
              </a:ext>
            </a:extLst>
          </p:cNvPr>
          <p:cNvSpPr/>
          <p:nvPr/>
        </p:nvSpPr>
        <p:spPr>
          <a:xfrm>
            <a:off x="3447316" y="3045028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092FA8-E68B-00B1-4C19-7867ECE7DF54}"/>
              </a:ext>
            </a:extLst>
          </p:cNvPr>
          <p:cNvSpPr/>
          <p:nvPr/>
        </p:nvSpPr>
        <p:spPr>
          <a:xfrm>
            <a:off x="890221" y="141823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4CB60B-2B94-B37C-8D2A-FA7C47061AE1}"/>
              </a:ext>
            </a:extLst>
          </p:cNvPr>
          <p:cNvSpPr/>
          <p:nvPr/>
        </p:nvSpPr>
        <p:spPr>
          <a:xfrm>
            <a:off x="890221" y="205641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r>
              <a:rPr lang="ko-KR" altLang="en-US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en-US" altLang="ko-KR"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…</a:t>
            </a:r>
            <a:endParaRPr sz="90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62A5DEF-A653-3C95-E69B-A0EDCB37C66F}"/>
              </a:ext>
            </a:extLst>
          </p:cNvPr>
          <p:cNvSpPr/>
          <p:nvPr/>
        </p:nvSpPr>
        <p:spPr>
          <a:xfrm>
            <a:off x="890221" y="2704396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0B8F31-97D8-4385-F058-55139115AA27}"/>
              </a:ext>
            </a:extLst>
          </p:cNvPr>
          <p:cNvSpPr txBox="1"/>
          <p:nvPr/>
        </p:nvSpPr>
        <p:spPr>
          <a:xfrm>
            <a:off x="366346" y="1065961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F3F702C-0910-4783-4B01-61476B8C5FCC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1357056-F97D-41F7-C10B-2D29AAE9DC5E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D63DB29A-B4C8-BA81-883D-CA9E577E2A42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8BECE7D-2AC2-FA3D-3D79-AB68CFE73ED1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E711BDD-FAA0-CE1E-3AEE-610C2158658A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7FFA8194-D373-0685-621D-E43FA970B67D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4BD7303-1B95-F2E4-FEDD-97D49D62F5ED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0E629D-9FE2-C616-DB92-16987568CC36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3E7FF0B-8C7F-882E-DA5D-FAD04073F8E5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05D79F6D-A77F-ED21-8FA1-B650D3964D93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A213ECE4-F62C-1EBA-9278-FEF731665ADE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697B2DCA-CE8E-0725-C788-42D28CA5B06D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034D407-1F89-0770-AE9F-94896F82D4A3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CC3FB74-CEE7-EFA9-D5DC-BA096CE21A18}"/>
              </a:ext>
            </a:extLst>
          </p:cNvPr>
          <p:cNvSpPr/>
          <p:nvPr/>
        </p:nvSpPr>
        <p:spPr>
          <a:xfrm>
            <a:off x="917575" y="5302963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9057A8C5-6F5D-22CE-C16F-B8DBB05063FB}"/>
              </a:ext>
            </a:extLst>
          </p:cNvPr>
          <p:cNvSpPr/>
          <p:nvPr/>
        </p:nvSpPr>
        <p:spPr>
          <a:xfrm>
            <a:off x="1351989" y="6444275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BACF433F-2821-08F9-9F5B-6A0DA89EAFF1}"/>
              </a:ext>
            </a:extLst>
          </p:cNvPr>
          <p:cNvSpPr/>
          <p:nvPr/>
        </p:nvSpPr>
        <p:spPr>
          <a:xfrm>
            <a:off x="4419845" y="5302963"/>
            <a:ext cx="2047875" cy="78103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4CEF91B-1E24-46A4-3A53-B60DDCEE3099}"/>
              </a:ext>
            </a:extLst>
          </p:cNvPr>
          <p:cNvSpPr/>
          <p:nvPr/>
        </p:nvSpPr>
        <p:spPr>
          <a:xfrm>
            <a:off x="4753219" y="7066484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8753B5B5-1B73-1DF8-A9C7-3E4521B1D92C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1989982" y="6159369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75578F36-DF44-6150-FBA7-4CF77448FAFB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197785" y="5693481"/>
            <a:ext cx="1222060" cy="1395274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E94AA279-FC64-AEEC-F4ED-2082E6A59E54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rot="5400000">
            <a:off x="4952540" y="6575241"/>
            <a:ext cx="982486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C423707A-ACE1-336D-4BC7-CED1C4ED0919}"/>
              </a:ext>
            </a:extLst>
          </p:cNvPr>
          <p:cNvSpPr/>
          <p:nvPr/>
        </p:nvSpPr>
        <p:spPr>
          <a:xfrm>
            <a:off x="76200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98573C5B-97AA-E9ED-B7A1-F495EEDF01D0}"/>
              </a:ext>
            </a:extLst>
          </p:cNvPr>
          <p:cNvSpPr/>
          <p:nvPr/>
        </p:nvSpPr>
        <p:spPr>
          <a:xfrm>
            <a:off x="923925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9B9D397C-E1FF-07D8-791B-03894F0E0ECE}"/>
              </a:ext>
            </a:extLst>
          </p:cNvPr>
          <p:cNvSpPr/>
          <p:nvPr/>
        </p:nvSpPr>
        <p:spPr>
          <a:xfrm>
            <a:off x="10858500" y="553338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F8AC382-6915-782C-8DC4-62CC220A8DCE}"/>
              </a:ext>
            </a:extLst>
          </p:cNvPr>
          <p:cNvSpPr/>
          <p:nvPr/>
        </p:nvSpPr>
        <p:spPr>
          <a:xfrm>
            <a:off x="12477750" y="553338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5A564D5-81B9-40EA-4EDF-AC7D6CFF88B1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1741B17C-6BD8-F3F0-578E-DEC5CCB175C1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868014C7-F91E-B5F3-667B-F71C9ADFB46B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603344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0F1BAA08-1767-818C-7CDE-356D5C9B6F4F}"/>
              </a:ext>
            </a:extLst>
          </p:cNvPr>
          <p:cNvSpPr/>
          <p:nvPr/>
        </p:nvSpPr>
        <p:spPr>
          <a:xfrm>
            <a:off x="76676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79CE4145-26C2-0F79-7CF7-22EAD6FE0590}"/>
              </a:ext>
            </a:extLst>
          </p:cNvPr>
          <p:cNvSpPr/>
          <p:nvPr/>
        </p:nvSpPr>
        <p:spPr>
          <a:xfrm>
            <a:off x="928687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0F30687E-9999-74AD-76A5-ECC635775B67}"/>
              </a:ext>
            </a:extLst>
          </p:cNvPr>
          <p:cNvSpPr/>
          <p:nvPr/>
        </p:nvSpPr>
        <p:spPr>
          <a:xfrm>
            <a:off x="10906125" y="677163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16DF1FD7-F1B1-8CDB-F13A-1EDE51A52778}"/>
              </a:ext>
            </a:extLst>
          </p:cNvPr>
          <p:cNvSpPr/>
          <p:nvPr/>
        </p:nvSpPr>
        <p:spPr>
          <a:xfrm>
            <a:off x="12525375" y="677163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BA062C33-95D8-3B04-BC0E-06D6637A9F56}"/>
              </a:ext>
            </a:extLst>
          </p:cNvPr>
          <p:cNvSpPr/>
          <p:nvPr/>
        </p:nvSpPr>
        <p:spPr>
          <a:xfrm>
            <a:off x="8572500" y="748600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993C890E-F62C-0215-5E3A-9629711221F0}"/>
              </a:ext>
            </a:extLst>
          </p:cNvPr>
          <p:cNvSpPr/>
          <p:nvPr/>
        </p:nvSpPr>
        <p:spPr>
          <a:xfrm>
            <a:off x="11988800" y="758279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4973E9D9-DEF2-393F-EDB6-5B31BE7397AA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916171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546D71-4F50-D9D9-6923-76E9752FD8A7}"/>
              </a:ext>
            </a:extLst>
          </p:cNvPr>
          <p:cNvGraphicFramePr>
            <a:graphicFrameLocks noGrp="1"/>
          </p:cNvGraphicFramePr>
          <p:nvPr/>
        </p:nvGraphicFramePr>
        <p:xfrm>
          <a:off x="1468852" y="6573159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CD721C83-77DA-B154-84ED-08B36B1443B5}"/>
              </a:ext>
            </a:extLst>
          </p:cNvPr>
          <p:cNvSpPr/>
          <p:nvPr/>
        </p:nvSpPr>
        <p:spPr>
          <a:xfrm>
            <a:off x="5161817" y="3054478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96" name="Rounded Rectangle 9">
            <a:extLst>
              <a:ext uri="{FF2B5EF4-FFF2-40B4-BE49-F238E27FC236}">
                <a16:creationId xmlns:a16="http://schemas.microsoft.com/office/drawing/2014/main" id="{D845687C-3983-ACC8-5F17-8A62E41CF17C}"/>
              </a:ext>
            </a:extLst>
          </p:cNvPr>
          <p:cNvSpPr/>
          <p:nvPr/>
        </p:nvSpPr>
        <p:spPr>
          <a:xfrm>
            <a:off x="5160371" y="1418239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Session Manager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세션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00" name="문서 99">
            <a:extLst>
              <a:ext uri="{FF2B5EF4-FFF2-40B4-BE49-F238E27FC236}">
                <a16:creationId xmlns:a16="http://schemas.microsoft.com/office/drawing/2014/main" id="{B6054589-027D-23CF-5F45-EBBB46E44B11}"/>
              </a:ext>
            </a:extLst>
          </p:cNvPr>
          <p:cNvSpPr/>
          <p:nvPr/>
        </p:nvSpPr>
        <p:spPr>
          <a:xfrm>
            <a:off x="1997958" y="3173138"/>
            <a:ext cx="782609" cy="361647"/>
          </a:xfrm>
          <a:prstGeom prst="flowChartDocument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cxnSp>
        <p:nvCxnSpPr>
          <p:cNvPr id="107" name="구부러진 연결선[U] 106">
            <a:extLst>
              <a:ext uri="{FF2B5EF4-FFF2-40B4-BE49-F238E27FC236}">
                <a16:creationId xmlns:a16="http://schemas.microsoft.com/office/drawing/2014/main" id="{7F3C5A79-6C48-C8B8-4A0C-6CBFB9218E2E}"/>
              </a:ext>
            </a:extLst>
          </p:cNvPr>
          <p:cNvCxnSpPr>
            <a:stCxn id="16" idx="6"/>
            <a:endCxn id="11" idx="1"/>
          </p:cNvCxnSpPr>
          <p:nvPr/>
        </p:nvCxnSpPr>
        <p:spPr>
          <a:xfrm>
            <a:off x="1556971" y="1656364"/>
            <a:ext cx="1890345" cy="851494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08" name="구부러진 연결선[U] 107">
            <a:extLst>
              <a:ext uri="{FF2B5EF4-FFF2-40B4-BE49-F238E27FC236}">
                <a16:creationId xmlns:a16="http://schemas.microsoft.com/office/drawing/2014/main" id="{2AC4D818-3DBC-E3A7-8402-88E869860DAC}"/>
              </a:ext>
            </a:extLst>
          </p:cNvPr>
          <p:cNvCxnSpPr>
            <a:cxnSpLocks/>
            <a:stCxn id="18" idx="6"/>
            <a:endCxn id="11" idx="1"/>
          </p:cNvCxnSpPr>
          <p:nvPr/>
        </p:nvCxnSpPr>
        <p:spPr>
          <a:xfrm flipV="1">
            <a:off x="1556971" y="2507858"/>
            <a:ext cx="1890345" cy="434663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11" name="구부러진 연결선[U] 110">
            <a:extLst>
              <a:ext uri="{FF2B5EF4-FFF2-40B4-BE49-F238E27FC236}">
                <a16:creationId xmlns:a16="http://schemas.microsoft.com/office/drawing/2014/main" id="{DABD9F83-9A0D-E75F-77BE-54762BDCD5C8}"/>
              </a:ext>
            </a:extLst>
          </p:cNvPr>
          <p:cNvCxnSpPr>
            <a:cxnSpLocks/>
            <a:stCxn id="17" idx="6"/>
            <a:endCxn id="11" idx="1"/>
          </p:cNvCxnSpPr>
          <p:nvPr/>
        </p:nvCxnSpPr>
        <p:spPr>
          <a:xfrm>
            <a:off x="1556971" y="2294538"/>
            <a:ext cx="1890345" cy="213320"/>
          </a:xfrm>
          <a:prstGeom prst="curvedConnector3">
            <a:avLst/>
          </a:prstGeom>
          <a:solidFill>
            <a:srgbClr val="F5F5F5"/>
          </a:solidFill>
          <a:ln w="9525">
            <a:solidFill>
              <a:srgbClr val="66666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926022B6-2B82-E2C5-8F70-354815496868}"/>
              </a:ext>
            </a:extLst>
          </p:cNvPr>
          <p:cNvCxnSpPr>
            <a:cxnSpLocks/>
          </p:cNvCxnSpPr>
          <p:nvPr/>
        </p:nvCxnSpPr>
        <p:spPr>
          <a:xfrm>
            <a:off x="1975104" y="30858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triangl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ACAE2F5F-669F-376C-49FC-E4330E364F97}"/>
              </a:ext>
            </a:extLst>
          </p:cNvPr>
          <p:cNvCxnSpPr>
            <a:cxnSpLocks/>
          </p:cNvCxnSpPr>
          <p:nvPr/>
        </p:nvCxnSpPr>
        <p:spPr>
          <a:xfrm>
            <a:off x="1975104" y="1623153"/>
            <a:ext cx="805463" cy="0"/>
          </a:xfrm>
          <a:prstGeom prst="straightConnector1">
            <a:avLst/>
          </a:prstGeom>
          <a:solidFill>
            <a:srgbClr val="FFF5F5"/>
          </a:solidFill>
          <a:ln w="19050">
            <a:solidFill>
              <a:srgbClr val="B85450"/>
            </a:solidFill>
            <a:headEnd type="none" w="med" len="med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096428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F770-4FE9-DC5A-5375-C6F7B254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766682C-DA46-C66D-0B4C-60F5EF27CF40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85F8E2-BF19-B179-4FED-91CF6F9312D7}"/>
              </a:ext>
            </a:extLst>
          </p:cNvPr>
          <p:cNvSpPr/>
          <p:nvPr/>
        </p:nvSpPr>
        <p:spPr>
          <a:xfrm>
            <a:off x="1809750" y="891251"/>
            <a:ext cx="3619500" cy="2819985"/>
          </a:xfrm>
          <a:prstGeom prst="roundRect">
            <a:avLst>
              <a:gd name="adj" fmla="val 231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222D606-86DE-DD28-DE8B-2849E20EDD9D}"/>
              </a:ext>
            </a:extLst>
          </p:cNvPr>
          <p:cNvSpPr/>
          <p:nvPr/>
        </p:nvSpPr>
        <p:spPr>
          <a:xfrm>
            <a:off x="2047875" y="1362906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Controller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제어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782DE25-9F22-A28E-D019-483228BCA8D8}"/>
              </a:ext>
            </a:extLst>
          </p:cNvPr>
          <p:cNvSpPr/>
          <p:nvPr/>
        </p:nvSpPr>
        <p:spPr>
          <a:xfrm>
            <a:off x="2047874" y="21763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Offer</a:t>
            </a:r>
            <a:r>
              <a:rPr lang="ko-KR" altLang="en-US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Distributor</a:t>
            </a:r>
            <a:endParaRPr lang="en-US" sz="82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 배포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106A5-896F-9A7F-8F54-F76EB47D3788}"/>
              </a:ext>
            </a:extLst>
          </p:cNvPr>
          <p:cNvSpPr/>
          <p:nvPr/>
        </p:nvSpPr>
        <p:spPr>
          <a:xfrm>
            <a:off x="3736730" y="2080278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State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</a:t>
            </a:r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목록 + O/X </a:t>
            </a:r>
            <a:r>
              <a:rPr lang="ko-KR" altLang="en-US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데이터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CBC4FFE-EE53-0323-5BCF-7D5A53705EC5}"/>
              </a:ext>
            </a:extLst>
          </p:cNvPr>
          <p:cNvSpPr/>
          <p:nvPr/>
        </p:nvSpPr>
        <p:spPr>
          <a:xfrm>
            <a:off x="2047874" y="2989695"/>
            <a:ext cx="1428751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동률 처리</a:t>
            </a:r>
            <a:r>
              <a:rPr lang="en-US" altLang="ko-KR"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sz="825" b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D8AE1A-B39F-5386-117E-C961AB6DFF55}"/>
              </a:ext>
            </a:extLst>
          </p:cNvPr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1A2362-ACB8-50F1-039B-FC9A29B69D5A}"/>
              </a:ext>
            </a:extLst>
          </p:cNvPr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6EF9EF4-0DCB-E5CE-A3D2-AB1F7C37ABD9}"/>
              </a:ext>
            </a:extLst>
          </p:cNvPr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2E3BB903-AA55-A341-EA0F-BC9B8BFDDA7C}"/>
              </a:ext>
            </a:extLst>
          </p:cNvPr>
          <p:cNvCxnSpPr>
            <a:cxnSpLocks/>
            <a:stCxn id="16" idx="6"/>
            <a:endCxn id="9" idx="1"/>
          </p:cNvCxnSpPr>
          <p:nvPr/>
        </p:nvCxnSpPr>
        <p:spPr>
          <a:xfrm>
            <a:off x="1047750" y="1451704"/>
            <a:ext cx="762000" cy="84954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4649F6BA-D950-5DCF-39D9-6683C2A9D7FA}"/>
              </a:ext>
            </a:extLst>
          </p:cNvPr>
          <p:cNvCxnSpPr>
            <a:cxnSpLocks/>
            <a:stCxn id="17" idx="6"/>
            <a:endCxn id="9" idx="1"/>
          </p:cNvCxnSpPr>
          <p:nvPr/>
        </p:nvCxnSpPr>
        <p:spPr>
          <a:xfrm flipV="1">
            <a:off x="1047750" y="2301244"/>
            <a:ext cx="762000" cy="55335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84EEB0B3-1CAA-2C99-B166-43EC76E087F2}"/>
              </a:ext>
            </a:extLst>
          </p:cNvPr>
          <p:cNvCxnSpPr>
            <a:cxnSpLocks/>
            <a:stCxn id="18" idx="6"/>
            <a:endCxn id="9" idx="1"/>
          </p:cNvCxnSpPr>
          <p:nvPr/>
        </p:nvCxnSpPr>
        <p:spPr>
          <a:xfrm flipV="1">
            <a:off x="1047750" y="2301244"/>
            <a:ext cx="762000" cy="960210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929F926-8790-B4A5-D646-5B2C856E92C3}"/>
              </a:ext>
            </a:extLst>
          </p:cNvPr>
          <p:cNvSpPr txBox="1"/>
          <p:nvPr/>
        </p:nvSpPr>
        <p:spPr>
          <a:xfrm>
            <a:off x="168520" y="907708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2F5ADD5-CE03-0133-D2C3-93170876F695}"/>
              </a:ext>
            </a:extLst>
          </p:cNvPr>
          <p:cNvSpPr/>
          <p:nvPr/>
        </p:nvSpPr>
        <p:spPr>
          <a:xfrm>
            <a:off x="8711711" y="546828"/>
            <a:ext cx="3619500" cy="3762375"/>
          </a:xfrm>
          <a:prstGeom prst="roundRect">
            <a:avLst>
              <a:gd name="adj" fmla="val 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8D538AA-09B7-92E4-88AA-E7E2549DDF44}"/>
              </a:ext>
            </a:extLst>
          </p:cNvPr>
          <p:cNvSpPr/>
          <p:nvPr/>
        </p:nvSpPr>
        <p:spPr>
          <a:xfrm>
            <a:off x="899746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9C6508-E0FD-EEC2-CFC6-B1CE59EF8510}"/>
              </a:ext>
            </a:extLst>
          </p:cNvPr>
          <p:cNvSpPr/>
          <p:nvPr/>
        </p:nvSpPr>
        <p:spPr>
          <a:xfrm>
            <a:off x="10616711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B0BF4B80-4F66-23A4-736A-47845C29202F}"/>
              </a:ext>
            </a:extLst>
          </p:cNvPr>
          <p:cNvSpPr/>
          <p:nvPr/>
        </p:nvSpPr>
        <p:spPr>
          <a:xfrm>
            <a:off x="8997461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9E740A64-14E8-7D0A-C22C-4B1F90433C17}"/>
              </a:ext>
            </a:extLst>
          </p:cNvPr>
          <p:cNvSpPr/>
          <p:nvPr/>
        </p:nvSpPr>
        <p:spPr>
          <a:xfrm>
            <a:off x="9045086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D4E276B-F95B-8BF6-2616-13A55D710CE9}"/>
              </a:ext>
            </a:extLst>
          </p:cNvPr>
          <p:cNvSpPr/>
          <p:nvPr/>
        </p:nvSpPr>
        <p:spPr>
          <a:xfrm>
            <a:off x="10616711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122BD7C-94BF-8855-3345-647F9ABDE554}"/>
              </a:ext>
            </a:extLst>
          </p:cNvPr>
          <p:cNvSpPr/>
          <p:nvPr/>
        </p:nvSpPr>
        <p:spPr>
          <a:xfrm>
            <a:off x="9807086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9DE5215-2C47-2DB7-DD66-107C58DF11E7}"/>
              </a:ext>
            </a:extLst>
          </p:cNvPr>
          <p:cNvSpPr/>
          <p:nvPr/>
        </p:nvSpPr>
        <p:spPr>
          <a:xfrm>
            <a:off x="130492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F44DCD9-7DAE-B8CF-F7F4-1043855C6F6B}"/>
              </a:ext>
            </a:extLst>
          </p:cNvPr>
          <p:cNvSpPr/>
          <p:nvPr/>
        </p:nvSpPr>
        <p:spPr>
          <a:xfrm>
            <a:off x="130492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882976-D1B9-84F0-65A2-01DC745D61B7}"/>
              </a:ext>
            </a:extLst>
          </p:cNvPr>
          <p:cNvSpPr/>
          <p:nvPr/>
        </p:nvSpPr>
        <p:spPr>
          <a:xfrm>
            <a:off x="130492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74C4D81-06C2-8AD3-CAB2-C63D69D20AE1}"/>
              </a:ext>
            </a:extLst>
          </p:cNvPr>
          <p:cNvCxnSpPr>
            <a:cxnSpLocks/>
            <a:stCxn id="32" idx="2"/>
            <a:endCxn id="25" idx="3"/>
          </p:cNvCxnSpPr>
          <p:nvPr/>
        </p:nvCxnSpPr>
        <p:spPr>
          <a:xfrm rot="10800000" flipV="1">
            <a:off x="12331212" y="1451702"/>
            <a:ext cx="718039" cy="976313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5202F6CC-EEA7-E3CC-2756-71073D6657FD}"/>
              </a:ext>
            </a:extLst>
          </p:cNvPr>
          <p:cNvCxnSpPr>
            <a:cxnSpLocks/>
            <a:stCxn id="33" idx="2"/>
            <a:endCxn id="25" idx="3"/>
          </p:cNvCxnSpPr>
          <p:nvPr/>
        </p:nvCxnSpPr>
        <p:spPr>
          <a:xfrm rot="10800000" flipV="1">
            <a:off x="12331212" y="2356578"/>
            <a:ext cx="718039" cy="71438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3D2948A4-7D1F-56BE-7868-60E2DAAC5431}"/>
              </a:ext>
            </a:extLst>
          </p:cNvPr>
          <p:cNvCxnSpPr>
            <a:cxnSpLocks/>
            <a:stCxn id="34" idx="2"/>
            <a:endCxn id="25" idx="3"/>
          </p:cNvCxnSpPr>
          <p:nvPr/>
        </p:nvCxnSpPr>
        <p:spPr>
          <a:xfrm rot="10800000">
            <a:off x="12331212" y="2428017"/>
            <a:ext cx="718039" cy="833437"/>
          </a:xfrm>
          <a:prstGeom prst="bentConnector3">
            <a:avLst>
              <a:gd name="adj1" fmla="val 50000"/>
            </a:avLst>
          </a:prstGeom>
          <a:ln w="9525">
            <a:solidFill>
              <a:srgbClr val="6C8EB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FE542C-6558-CC29-7A5F-A0A20577DC9F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4E4421E9-3434-EC17-7F32-B70F009C0076}"/>
              </a:ext>
            </a:extLst>
          </p:cNvPr>
          <p:cNvSpPr/>
          <p:nvPr/>
        </p:nvSpPr>
        <p:spPr>
          <a:xfrm>
            <a:off x="928688" y="4907141"/>
            <a:ext cx="2714625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0EE0DCC0-7559-2385-9FA2-47E5FD33A3D4}"/>
              </a:ext>
            </a:extLst>
          </p:cNvPr>
          <p:cNvSpPr/>
          <p:nvPr/>
        </p:nvSpPr>
        <p:spPr>
          <a:xfrm>
            <a:off x="1363102" y="6048453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CBBD39E-CB48-2B34-A36A-1F74AA44CABF}"/>
              </a:ext>
            </a:extLst>
          </p:cNvPr>
          <p:cNvSpPr/>
          <p:nvPr/>
        </p:nvSpPr>
        <p:spPr>
          <a:xfrm>
            <a:off x="3976688" y="619286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29C43324-F2F9-1A09-106C-229E28C57C51}"/>
              </a:ext>
            </a:extLst>
          </p:cNvPr>
          <p:cNvSpPr/>
          <p:nvPr/>
        </p:nvSpPr>
        <p:spPr>
          <a:xfrm>
            <a:off x="4310062" y="75859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AD9B1F3-0FAA-12B8-9AC3-ED5C9B48E4A4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2001095" y="5763547"/>
            <a:ext cx="569812" cy="1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DC1AA8FE-0C31-3B8E-0A63-73F46272347E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208898" y="6692932"/>
            <a:ext cx="767790" cy="1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7FFBE0EB-CEF4-0751-0C7F-60B1272A9AB2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rot="5400000">
            <a:off x="4804124" y="7389496"/>
            <a:ext cx="393005" cy="1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6EEDAA71-9E4B-D213-2A46-CC0A5538973C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97BF4AD-5D08-51C6-391B-507D890CDA6D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3606B93C-EA36-A250-445E-11D2A4FA7C9A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A5A71CC2-FB1D-1053-27F7-C8E4A01A006A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3BB85BC-D86A-299F-A0A3-B64F160E834A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BBAD8A3E-5B3A-06C0-5D86-C193C86CB2F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278BA861-E870-3EE7-AEBF-F0CAE920C149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4E32D2E4-34F0-256D-A650-E8DDF72D627C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6CE7125B-0079-87E0-DDCD-B30027E41F18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BB06CFE5-CE2F-100C-8CFE-A59B944B665D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705CFAB3-ABDD-D98E-96DB-8AF337A7CA1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116DB3E8-7460-E426-C5B7-C5153434527D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3B2E2233-A31F-8720-6C27-195621790280}"/>
              </a:ext>
            </a:extLst>
          </p:cNvPr>
          <p:cNvSpPr/>
          <p:nvPr/>
        </p:nvSpPr>
        <p:spPr>
          <a:xfrm>
            <a:off x="11988800" y="6692932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A47B9793-DF29-9870-DF22-7622EB495E72}"/>
              </a:ext>
            </a:extLst>
          </p:cNvPr>
          <p:cNvCxnSpPr>
            <a:cxnSpLocks/>
            <a:stCxn id="60" idx="3"/>
            <a:endCxn id="61" idx="2"/>
          </p:cNvCxnSpPr>
          <p:nvPr/>
        </p:nvCxnSpPr>
        <p:spPr>
          <a:xfrm flipV="1">
            <a:off x="11430000" y="7026307"/>
            <a:ext cx="558800" cy="165147"/>
          </a:xfrm>
          <a:prstGeom prst="bentConnector3">
            <a:avLst>
              <a:gd name="adj1" fmla="val 50000"/>
            </a:avLst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B58288-263A-D1C8-CF69-EFE1D1EBFA25}"/>
              </a:ext>
            </a:extLst>
          </p:cNvPr>
          <p:cNvGraphicFramePr>
            <a:graphicFrameLocks noGrp="1"/>
          </p:cNvGraphicFramePr>
          <p:nvPr/>
        </p:nvGraphicFramePr>
        <p:xfrm>
          <a:off x="1479965" y="6177337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  <p:sp>
        <p:nvSpPr>
          <p:cNvPr id="78" name="Rounded Rectangle 10">
            <a:extLst>
              <a:ext uri="{FF2B5EF4-FFF2-40B4-BE49-F238E27FC236}">
                <a16:creationId xmlns:a16="http://schemas.microsoft.com/office/drawing/2014/main" id="{7F60D914-ABC3-3CD9-2C3A-934E6C98C8F8}"/>
              </a:ext>
            </a:extLst>
          </p:cNvPr>
          <p:cNvSpPr/>
          <p:nvPr/>
        </p:nvSpPr>
        <p:spPr>
          <a:xfrm>
            <a:off x="3762375" y="2999145"/>
            <a:ext cx="1428750" cy="509883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lang="en-US" altLang="ko-KR" sz="8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(</a:t>
            </a:r>
            <a:r>
              <a:rPr lang="ko-KR" altLang="en-US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만장일치 판단</a:t>
            </a:r>
            <a:r>
              <a:rPr lang="en-US" altLang="ko-KR" sz="825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)</a:t>
            </a:r>
            <a:endParaRPr lang="ko-KR" altLang="en-US" sz="825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92544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/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09750" y="546829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550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475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/>
          <p:cNvSpPr/>
          <p:nvPr/>
        </p:nvSpPr>
        <p:spPr>
          <a:xfrm>
            <a:off x="2095500" y="1880329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/>
          <p:cNvSpPr/>
          <p:nvPr/>
        </p:nvSpPr>
        <p:spPr>
          <a:xfrm>
            <a:off x="3762375" y="1813654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5500" y="2880454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5125" y="3642454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/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/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/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/>
          <p:cNvCxnSpPr>
            <a:stCxn id="16" idx="3"/>
            <a:endCxn id="9" idx="1"/>
          </p:cNvCxnSpPr>
          <p:nvPr/>
        </p:nvCxnSpPr>
        <p:spPr>
          <a:xfrm>
            <a:off x="1047750" y="1451704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7" idx="3"/>
            <a:endCxn id="9" idx="1"/>
          </p:cNvCxnSpPr>
          <p:nvPr/>
        </p:nvCxnSpPr>
        <p:spPr>
          <a:xfrm>
            <a:off x="1047750" y="2356579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8" idx="3"/>
            <a:endCxn id="9" idx="1"/>
          </p:cNvCxnSpPr>
          <p:nvPr/>
        </p:nvCxnSpPr>
        <p:spPr>
          <a:xfrm flipV="1">
            <a:off x="1047750" y="2428016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8125" y="765904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8250" y="546828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6325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/>
          <p:cNvSpPr/>
          <p:nvPr/>
        </p:nvSpPr>
        <p:spPr>
          <a:xfrm>
            <a:off x="9144000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/>
          <p:cNvSpPr/>
          <p:nvPr/>
        </p:nvSpPr>
        <p:spPr>
          <a:xfrm>
            <a:off x="9191625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63250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3625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/>
          <p:cNvSpPr/>
          <p:nvPr/>
        </p:nvSpPr>
        <p:spPr>
          <a:xfrm>
            <a:off x="128587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/>
          <p:cNvSpPr/>
          <p:nvPr/>
        </p:nvSpPr>
        <p:spPr>
          <a:xfrm>
            <a:off x="128587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/>
          <p:cNvSpPr/>
          <p:nvPr/>
        </p:nvSpPr>
        <p:spPr>
          <a:xfrm>
            <a:off x="128587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/>
          <p:cNvCxnSpPr>
            <a:stCxn id="32" idx="1"/>
            <a:endCxn id="25" idx="3"/>
          </p:cNvCxnSpPr>
          <p:nvPr/>
        </p:nvCxnSpPr>
        <p:spPr>
          <a:xfrm flipH="1">
            <a:off x="12477750" y="1451703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1"/>
            <a:endCxn id="25" idx="3"/>
          </p:cNvCxnSpPr>
          <p:nvPr/>
        </p:nvCxnSpPr>
        <p:spPr>
          <a:xfrm flipH="1">
            <a:off x="12477750" y="2356578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34" idx="1"/>
            <a:endCxn id="25" idx="3"/>
          </p:cNvCxnSpPr>
          <p:nvPr/>
        </p:nvCxnSpPr>
        <p:spPr>
          <a:xfrm flipH="1" flipV="1">
            <a:off x="12477750" y="2428015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0462378-CB9C-C26D-2392-AC44F7BBBC23}"/>
              </a:ext>
            </a:extLst>
          </p:cNvPr>
          <p:cNvSpPr/>
          <p:nvPr/>
        </p:nvSpPr>
        <p:spPr>
          <a:xfrm>
            <a:off x="762000" y="4639924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B822ED8D-AF63-8128-9F72-EB1551FDCF74}"/>
              </a:ext>
            </a:extLst>
          </p:cNvPr>
          <p:cNvSpPr/>
          <p:nvPr/>
        </p:nvSpPr>
        <p:spPr>
          <a:xfrm>
            <a:off x="762000" y="5497174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</a:t>
            </a:r>
            <a:r>
              <a:rPr lang="ko-KR" alt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lang="ko-KR" altLang="en-US" sz="975" b="1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ko-KR" alt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</a:t>
            </a: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8050290-D801-06F3-830E-468D5BAE4A29}"/>
              </a:ext>
            </a:extLst>
          </p:cNvPr>
          <p:cNvSpPr/>
          <p:nvPr/>
        </p:nvSpPr>
        <p:spPr>
          <a:xfrm>
            <a:off x="4429125" y="564004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78B7BCE-EDE2-57F6-8ED0-E28120558323}"/>
              </a:ext>
            </a:extLst>
          </p:cNvPr>
          <p:cNvSpPr/>
          <p:nvPr/>
        </p:nvSpPr>
        <p:spPr>
          <a:xfrm>
            <a:off x="4762500" y="68782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1DE528A-E91D-348C-C528-709D2B4F9EF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flipH="1">
            <a:off x="2476500" y="5211424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BF0F60A1-1280-CD07-64A3-C7508142E5B0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4191000" y="6140111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D6F1EF52-CB59-BE9D-BA26-F8090C7EB79D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>
            <a:off x="5453062" y="6640174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Hexagon 13">
            <a:extLst>
              <a:ext uri="{FF2B5EF4-FFF2-40B4-BE49-F238E27FC236}">
                <a16:creationId xmlns:a16="http://schemas.microsoft.com/office/drawing/2014/main" id="{979E1648-DDFC-E1A9-F3EE-BEC4536AE565}"/>
              </a:ext>
            </a:extLst>
          </p:cNvPr>
          <p:cNvSpPr/>
          <p:nvPr/>
        </p:nvSpPr>
        <p:spPr>
          <a:xfrm>
            <a:off x="2381250" y="7878424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41FE730E-C0CC-6BF6-5F5B-D865CC1688C7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BE940A6D-EB72-4A4A-24F9-B4003EFF005E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41EDD28D-3B91-7F21-1F4F-379A82A40F3D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212ADE3-22C0-6271-6F30-BE9774E51CA0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0FA3DA2-1747-DCB4-2077-E9DF8D098182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43A22010-621C-8F3B-0F2A-A42050FA4330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E9A7851E-ACB8-FCE7-49B2-C52AE5589C86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726F1A27-600E-F585-AAEB-6A8E5C0390DD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52341FED-271A-AD58-B477-D1B1BB20A7F3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E9183DAF-4B05-A8B5-142D-2EF3F591F213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4407F10A-C794-E47A-9186-027A4FE9E39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0D74829F-0DF2-BE3C-5450-EBF4909A2A3B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0A47F715-C354-A18C-D9DE-6A07D18F6157}"/>
              </a:ext>
            </a:extLst>
          </p:cNvPr>
          <p:cNvSpPr/>
          <p:nvPr/>
        </p:nvSpPr>
        <p:spPr>
          <a:xfrm>
            <a:off x="11906250" y="683426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F47E882E-0725-5E05-9C38-AF1FB54C7352}"/>
              </a:ext>
            </a:extLst>
          </p:cNvPr>
          <p:cNvCxnSpPr>
            <a:stCxn id="60" idx="3"/>
            <a:endCxn id="61" idx="1"/>
          </p:cNvCxnSpPr>
          <p:nvPr/>
        </p:nvCxnSpPr>
        <p:spPr>
          <a:xfrm flipV="1">
            <a:off x="11430000" y="7167641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Hexagon 31">
            <a:extLst>
              <a:ext uri="{FF2B5EF4-FFF2-40B4-BE49-F238E27FC236}">
                <a16:creationId xmlns:a16="http://schemas.microsoft.com/office/drawing/2014/main" id="{A4A177AB-0793-55E6-8917-4DE5C0659C79}"/>
              </a:ext>
            </a:extLst>
          </p:cNvPr>
          <p:cNvSpPr/>
          <p:nvPr/>
        </p:nvSpPr>
        <p:spPr>
          <a:xfrm>
            <a:off x="10191750" y="8072516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/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/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/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/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/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A8AC7-8DB0-E318-DA8B-C15D7D27E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04B46-78F6-7392-8AB1-1450B2D79A01}"/>
              </a:ext>
            </a:extLst>
          </p:cNvPr>
          <p:cNvSpPr txBox="1"/>
          <p:nvPr/>
        </p:nvSpPr>
        <p:spPr>
          <a:xfrm>
            <a:off x="381000" y="190500"/>
            <a:ext cx="85725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정적 구조·책임 비교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4ABE-0F1F-5C98-2262-4BA3ED780CFE}"/>
              </a:ext>
            </a:extLst>
          </p:cNvPr>
          <p:cNvSpPr txBox="1"/>
          <p:nvPr/>
        </p:nvSpPr>
        <p:spPr>
          <a:xfrm>
            <a:off x="381000" y="523875"/>
            <a:ext cx="1143000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두 방안 모두 P0 중심 Star 토폴로지이며, 핵심 차이는 P0 내부의 상태 모델과 판정 알고리즘이다.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6C87711-6B1E-D243-3B95-C6A2FE155286}"/>
              </a:ext>
            </a:extLst>
          </p:cNvPr>
          <p:cNvSpPr/>
          <p:nvPr/>
        </p:nvSpPr>
        <p:spPr>
          <a:xfrm>
            <a:off x="3810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고유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0052F74-D821-292F-A395-0D034FB43B85}"/>
              </a:ext>
            </a:extLst>
          </p:cNvPr>
          <p:cNvSpPr/>
          <p:nvPr/>
        </p:nvSpPr>
        <p:spPr>
          <a:xfrm>
            <a:off x="17145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고유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6016EF-57A9-284D-C7DC-5B022640F9D1}"/>
              </a:ext>
            </a:extLst>
          </p:cNvPr>
          <p:cNvSpPr/>
          <p:nvPr/>
        </p:nvSpPr>
        <p:spPr>
          <a:xfrm>
            <a:off x="3048000" y="838200"/>
            <a:ext cx="1143000" cy="2476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공통 책임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064A321-3181-F649-6519-5FFD6E35AED6}"/>
              </a:ext>
            </a:extLst>
          </p:cNvPr>
          <p:cNvCxnSpPr/>
          <p:nvPr/>
        </p:nvCxnSpPr>
        <p:spPr>
          <a:xfrm>
            <a:off x="7143750" y="1238250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0D4A7CD-DB46-7721-0F4B-4A1DD62E5CA6}"/>
              </a:ext>
            </a:extLst>
          </p:cNvPr>
          <p:cNvSpPr/>
          <p:nvPr/>
        </p:nvSpPr>
        <p:spPr>
          <a:xfrm>
            <a:off x="3810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순차 SAO 투표형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DDD4ED5-4873-1AF3-6F1A-13B4631CEFD6}"/>
              </a:ext>
            </a:extLst>
          </p:cNvPr>
          <p:cNvSpPr/>
          <p:nvPr/>
        </p:nvSpPr>
        <p:spPr>
          <a:xfrm>
            <a:off x="18097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4DEE635-CAB5-481F-31C8-006D490CD0A6}"/>
              </a:ext>
            </a:extLst>
          </p:cNvPr>
          <p:cNvSpPr/>
          <p:nvPr/>
        </p:nvSpPr>
        <p:spPr>
          <a:xfrm>
            <a:off x="20955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BB32600-36ED-F7AA-E6DD-94961C85E09A}"/>
              </a:ext>
            </a:extLst>
          </p:cNvPr>
          <p:cNvSpPr/>
          <p:nvPr/>
        </p:nvSpPr>
        <p:spPr>
          <a:xfrm>
            <a:off x="37147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3BAA4-6110-E4F8-4578-BB819A41DA6C}"/>
              </a:ext>
            </a:extLst>
          </p:cNvPr>
          <p:cNvSpPr/>
          <p:nvPr/>
        </p:nvSpPr>
        <p:spPr>
          <a:xfrm>
            <a:off x="2095500" y="3286125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C8B24FE0-6B04-6CB6-9B16-19D74CC84C56}"/>
              </a:ext>
            </a:extLst>
          </p:cNvPr>
          <p:cNvSpPr/>
          <p:nvPr/>
        </p:nvSpPr>
        <p:spPr>
          <a:xfrm>
            <a:off x="3762375" y="3219450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01AF0AA-CC28-B8D0-CC54-30B8A250815D}"/>
              </a:ext>
            </a:extLst>
          </p:cNvPr>
          <p:cNvSpPr/>
          <p:nvPr/>
        </p:nvSpPr>
        <p:spPr>
          <a:xfrm>
            <a:off x="2095500" y="4286250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F97B6C-9F2E-E9CE-3A78-23B8DB1E093F}"/>
              </a:ext>
            </a:extLst>
          </p:cNvPr>
          <p:cNvSpPr/>
          <p:nvPr/>
        </p:nvSpPr>
        <p:spPr>
          <a:xfrm>
            <a:off x="29051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59E6C0-67D8-68B2-0FC1-12224D95DD14}"/>
              </a:ext>
            </a:extLst>
          </p:cNvPr>
          <p:cNvSpPr/>
          <p:nvPr/>
        </p:nvSpPr>
        <p:spPr>
          <a:xfrm>
            <a:off x="38100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ADC29DD-96FB-136A-2C1E-4A09C36ABCF8}"/>
              </a:ext>
            </a:extLst>
          </p:cNvPr>
          <p:cNvSpPr/>
          <p:nvPr/>
        </p:nvSpPr>
        <p:spPr>
          <a:xfrm>
            <a:off x="38100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22ABDA-1CA9-0EFA-BA58-F74B4821DF5F}"/>
              </a:ext>
            </a:extLst>
          </p:cNvPr>
          <p:cNvSpPr/>
          <p:nvPr/>
        </p:nvSpPr>
        <p:spPr>
          <a:xfrm>
            <a:off x="38100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0CADDEEE-E448-42C3-9D73-590C9C81FEAA}"/>
              </a:ext>
            </a:extLst>
          </p:cNvPr>
          <p:cNvCxnSpPr>
            <a:stCxn id="16" idx="3"/>
            <a:endCxn id="9" idx="1"/>
          </p:cNvCxnSpPr>
          <p:nvPr/>
        </p:nvCxnSpPr>
        <p:spPr>
          <a:xfrm>
            <a:off x="1047750" y="2857500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1D60C2C-84F9-7220-382F-F1FE32B8327A}"/>
              </a:ext>
            </a:extLst>
          </p:cNvPr>
          <p:cNvCxnSpPr>
            <a:stCxn id="17" idx="3"/>
            <a:endCxn id="9" idx="1"/>
          </p:cNvCxnSpPr>
          <p:nvPr/>
        </p:nvCxnSpPr>
        <p:spPr>
          <a:xfrm>
            <a:off x="1047750" y="3762375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78FB0A2F-8220-27F2-0743-D48A53AD1826}"/>
              </a:ext>
            </a:extLst>
          </p:cNvPr>
          <p:cNvCxnSpPr>
            <a:stCxn id="18" idx="3"/>
            <a:endCxn id="9" idx="1"/>
          </p:cNvCxnSpPr>
          <p:nvPr/>
        </p:nvCxnSpPr>
        <p:spPr>
          <a:xfrm flipV="1">
            <a:off x="1047750" y="3833812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4F7B5A-2B5E-2180-98BF-DB02306B31C1}"/>
              </a:ext>
            </a:extLst>
          </p:cNvPr>
          <p:cNvSpPr txBox="1"/>
          <p:nvPr/>
        </p:nvSpPr>
        <p:spPr>
          <a:xfrm>
            <a:off x="238125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33492B1-8122-4837-4A01-5CAE7D8AC05F}"/>
              </a:ext>
            </a:extLst>
          </p:cNvPr>
          <p:cNvSpPr/>
          <p:nvPr/>
        </p:nvSpPr>
        <p:spPr>
          <a:xfrm>
            <a:off x="3810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 단위로 교체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명시적 수락 신호 O/X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9DABD61-CB23-C693-1BEE-D71985829019}"/>
              </a:ext>
            </a:extLst>
          </p:cNvPr>
          <p:cNvSpPr/>
          <p:nvPr/>
        </p:nvSpPr>
        <p:spPr>
          <a:xfrm>
            <a:off x="74295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공통제안형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1B6884-0D99-70BC-5208-9BE727F5E37E}"/>
              </a:ext>
            </a:extLst>
          </p:cNvPr>
          <p:cNvSpPr/>
          <p:nvPr/>
        </p:nvSpPr>
        <p:spPr>
          <a:xfrm>
            <a:off x="88582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3DE5D1D-AAC8-FE29-A99D-D86E8BDF4948}"/>
              </a:ext>
            </a:extLst>
          </p:cNvPr>
          <p:cNvSpPr/>
          <p:nvPr/>
        </p:nvSpPr>
        <p:spPr>
          <a:xfrm>
            <a:off x="91440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20542F1-F6C3-D715-C1F2-A1AE14D97E2E}"/>
              </a:ext>
            </a:extLst>
          </p:cNvPr>
          <p:cNvSpPr/>
          <p:nvPr/>
        </p:nvSpPr>
        <p:spPr>
          <a:xfrm>
            <a:off x="107632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FD1B2085-FBA1-4550-60F9-CF7D1A6749DE}"/>
              </a:ext>
            </a:extLst>
          </p:cNvPr>
          <p:cNvSpPr/>
          <p:nvPr/>
        </p:nvSpPr>
        <p:spPr>
          <a:xfrm>
            <a:off x="9144000" y="3257550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F7AED035-F2F3-39FC-B566-CF2EA39BE440}"/>
              </a:ext>
            </a:extLst>
          </p:cNvPr>
          <p:cNvSpPr/>
          <p:nvPr/>
        </p:nvSpPr>
        <p:spPr>
          <a:xfrm>
            <a:off x="9191625" y="4171950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C4D6B98-6FE3-0281-FCE6-52E1CD730CAF}"/>
              </a:ext>
            </a:extLst>
          </p:cNvPr>
          <p:cNvSpPr/>
          <p:nvPr/>
        </p:nvSpPr>
        <p:spPr>
          <a:xfrm>
            <a:off x="10763250" y="428625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3BF58BF-43E9-76AA-9E4C-00C916D238A3}"/>
              </a:ext>
            </a:extLst>
          </p:cNvPr>
          <p:cNvSpPr/>
          <p:nvPr/>
        </p:nvSpPr>
        <p:spPr>
          <a:xfrm>
            <a:off x="99536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AAA62C7-0260-8C88-93E6-7A05454C3935}"/>
              </a:ext>
            </a:extLst>
          </p:cNvPr>
          <p:cNvSpPr/>
          <p:nvPr/>
        </p:nvSpPr>
        <p:spPr>
          <a:xfrm>
            <a:off x="1285875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C528059-6622-66A8-21F9-4AFFE9368381}"/>
              </a:ext>
            </a:extLst>
          </p:cNvPr>
          <p:cNvSpPr/>
          <p:nvPr/>
        </p:nvSpPr>
        <p:spPr>
          <a:xfrm>
            <a:off x="1285875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741A149-BD94-6CB7-91D2-093F776639E5}"/>
              </a:ext>
            </a:extLst>
          </p:cNvPr>
          <p:cNvSpPr/>
          <p:nvPr/>
        </p:nvSpPr>
        <p:spPr>
          <a:xfrm>
            <a:off x="1285875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E6237D1-344A-847F-D4CD-D003230F1CC4}"/>
              </a:ext>
            </a:extLst>
          </p:cNvPr>
          <p:cNvCxnSpPr>
            <a:stCxn id="32" idx="1"/>
            <a:endCxn id="25" idx="3"/>
          </p:cNvCxnSpPr>
          <p:nvPr/>
        </p:nvCxnSpPr>
        <p:spPr>
          <a:xfrm flipH="1">
            <a:off x="12477750" y="2857500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5AE4E6B-CA9F-04A1-D186-0729F32037FD}"/>
              </a:ext>
            </a:extLst>
          </p:cNvPr>
          <p:cNvCxnSpPr>
            <a:stCxn id="33" idx="1"/>
            <a:endCxn id="25" idx="3"/>
          </p:cNvCxnSpPr>
          <p:nvPr/>
        </p:nvCxnSpPr>
        <p:spPr>
          <a:xfrm flipH="1">
            <a:off x="12477750" y="3762375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5CA727A7-081B-A3C8-EDB7-B834977A8F6A}"/>
              </a:ext>
            </a:extLst>
          </p:cNvPr>
          <p:cNvCxnSpPr>
            <a:stCxn id="34" idx="1"/>
            <a:endCxn id="25" idx="3"/>
          </p:cNvCxnSpPr>
          <p:nvPr/>
        </p:nvCxnSpPr>
        <p:spPr>
          <a:xfrm flipH="1" flipV="1">
            <a:off x="12477750" y="3833812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C8C9AC-C1B5-6645-E766-30448C88A125}"/>
              </a:ext>
            </a:extLst>
          </p:cNvPr>
          <p:cNvSpPr txBox="1"/>
          <p:nvPr/>
        </p:nvSpPr>
        <p:spPr>
          <a:xfrm>
            <a:off x="12382500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5245F0B-FE73-BC43-2AA5-1CDA5AB9F189}"/>
              </a:ext>
            </a:extLst>
          </p:cNvPr>
          <p:cNvSpPr/>
          <p:nvPr/>
        </p:nvSpPr>
        <p:spPr>
          <a:xfrm>
            <a:off x="74295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라운드가 지나도 누적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모든 참여자가 같은 후보를 직접 제안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437E95-FDE4-7B58-C1A7-D9425383ADF0}"/>
              </a:ext>
            </a:extLst>
          </p:cNvPr>
          <p:cNvSpPr/>
          <p:nvPr/>
        </p:nvSpPr>
        <p:spPr>
          <a:xfrm>
            <a:off x="1714500" y="7191375"/>
            <a:ext cx="10858500" cy="5715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Architect 포인트  │  외부 배치 모양은 유사하다. 1-A는 현재 후보의 수락 신호를 집계하고, 2는 누적 제안 집합의 교집합을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3692244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2C026-3D3C-C9DE-8876-456B378D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324DFB-6ABA-98F5-DD39-A1576BDA6520}"/>
              </a:ext>
            </a:extLst>
          </p:cNvPr>
          <p:cNvSpPr txBox="1"/>
          <p:nvPr/>
        </p:nvSpPr>
        <p:spPr>
          <a:xfrm>
            <a:off x="381000" y="190500"/>
            <a:ext cx="95250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합의 판정·상태 진화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E02A6-2568-9C58-A7F9-4EE39ADB5FC8}"/>
              </a:ext>
            </a:extLst>
          </p:cNvPr>
          <p:cNvSpPr txBox="1"/>
          <p:nvPr/>
        </p:nvSpPr>
        <p:spPr>
          <a:xfrm>
            <a:off x="381000" y="523875"/>
            <a:ext cx="1190625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동일한 선호 사례에서 ‘수락 표명’과 ‘직접 제안’이 성립 시점을 어떻게 바꾸는지를 비교한다.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4FFA10-33E3-F116-9E4A-BC618D3E87BE}"/>
              </a:ext>
            </a:extLst>
          </p:cNvPr>
          <p:cNvSpPr/>
          <p:nvPr/>
        </p:nvSpPr>
        <p:spPr>
          <a:xfrm>
            <a:off x="1524000" y="876300"/>
            <a:ext cx="11239500" cy="42862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예시 전제  │  X는 P1의 1순위, P2의 3순위, P3의 4순위이며 세 참여자 모두에게 revised threshold 이상이다.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2FAC611-B669-DCA0-A17D-6437DEB18AC9}"/>
              </a:ext>
            </a:extLst>
          </p:cNvPr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70DEB8-E182-6691-CE69-FF254E4CFCD1}"/>
              </a:ext>
            </a:extLst>
          </p:cNvPr>
          <p:cNvSpPr/>
          <p:nvPr/>
        </p:nvSpPr>
        <p:spPr>
          <a:xfrm>
            <a:off x="3810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현재 라운드의 전원 O로 증명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EE014CF-2F71-F9E1-8D54-BDFEF0CEC429}"/>
              </a:ext>
            </a:extLst>
          </p:cNvPr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B0370EB-3A4E-058C-BEFB-55476C7B12E9}"/>
              </a:ext>
            </a:extLst>
          </p:cNvPr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846C409-381C-39D9-FD15-9CACB4CB4AD8}"/>
              </a:ext>
            </a:extLst>
          </p:cNvPr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D5B14F-5AC5-B0DD-178C-89C68DE566CA}"/>
              </a:ext>
            </a:extLst>
          </p:cNvPr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2368838A-7DF6-5009-AADC-260CF9F4C763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09F0E6-2A56-EA9B-5525-C4AF04FA2283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974C7A5C-4269-3BFD-07D3-2DFABE63D5F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>
            <a:extLst>
              <a:ext uri="{FF2B5EF4-FFF2-40B4-BE49-F238E27FC236}">
                <a16:creationId xmlns:a16="http://schemas.microsoft.com/office/drawing/2014/main" id="{0534F5E8-F88D-1910-DA6C-13070406965F}"/>
              </a:ext>
            </a:extLst>
          </p:cNvPr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6B4DB0-DF18-8029-9EDE-0CC85411D350}"/>
              </a:ext>
            </a:extLst>
          </p:cNvPr>
          <p:cNvSpPr/>
          <p:nvPr/>
        </p:nvSpPr>
        <p:spPr>
          <a:xfrm>
            <a:off x="1047750" y="6191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즉시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P2·P3가 X를 직접 제안할 때까지 기다리지 않음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50FB081-C847-9B24-4D13-4C978C60CF0D}"/>
              </a:ext>
            </a:extLst>
          </p:cNvPr>
          <p:cNvSpPr/>
          <p:nvPr/>
        </p:nvSpPr>
        <p:spPr>
          <a:xfrm>
            <a:off x="1047750" y="7096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threshold 통과 여부만 알 수 있음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후보별 전원 순위는 알 수 없음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696C756-5912-CABD-7FFF-85B3EE6F528E}"/>
              </a:ext>
            </a:extLst>
          </p:cNvPr>
          <p:cNvSpPr/>
          <p:nvPr/>
        </p:nvSpPr>
        <p:spPr>
          <a:xfrm>
            <a:off x="74295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제안 집합의 교집합으로 증명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95C6C3A-9689-DD4A-6296-EAF8B1EAC94A}"/>
              </a:ext>
            </a:extLst>
          </p:cNvPr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BD36B32-6F8B-4FF3-D865-2E2384FD675D}"/>
              </a:ext>
            </a:extLst>
          </p:cNvPr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F1C5495-792C-C85C-F758-C0AF949E05D6}"/>
              </a:ext>
            </a:extLst>
          </p:cNvPr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17DCEEE-DD4B-1F37-E2CA-9A0D9D4A52D1}"/>
              </a:ext>
            </a:extLst>
          </p:cNvPr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CB21FFAA-DB68-5435-32DC-D94C31F94131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FF2B5EF4-FFF2-40B4-BE49-F238E27FC236}">
                <a16:creationId xmlns:a16="http://schemas.microsoft.com/office/drawing/2014/main" id="{E6D59D2C-500D-626F-633D-9629D5A144E6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8102F223-B3F4-00FB-A5D4-A98C7FB0DE3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0C0282F-34EF-8185-5671-D48683A2F599}"/>
              </a:ext>
            </a:extLst>
          </p:cNvPr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D64709B-7E23-A63F-0430-32BF14520806}"/>
              </a:ext>
            </a:extLst>
          </p:cNvPr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E37A857-BAC7-F6F4-77EE-5C122BC8BB13}"/>
              </a:ext>
            </a:extLst>
          </p:cNvPr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6DC9775-3EA6-7F4D-DB0C-A3909D065AFA}"/>
              </a:ext>
            </a:extLst>
          </p:cNvPr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FFF6792-2A36-2D4D-66E0-074125D1AA88}"/>
              </a:ext>
            </a:extLst>
          </p:cNvPr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E9C60AA-DFFF-5237-B2E0-9477DA2352A5}"/>
              </a:ext>
            </a:extLst>
          </p:cNvPr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>
            <a:extLst>
              <a:ext uri="{FF2B5EF4-FFF2-40B4-BE49-F238E27FC236}">
                <a16:creationId xmlns:a16="http://schemas.microsoft.com/office/drawing/2014/main" id="{F40A4B04-FEBE-46BF-B79D-0768B234AC59}"/>
              </a:ext>
            </a:extLst>
          </p:cNvPr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>
            <a:extLst>
              <a:ext uri="{FF2B5EF4-FFF2-40B4-BE49-F238E27FC236}">
                <a16:creationId xmlns:a16="http://schemas.microsoft.com/office/drawing/2014/main" id="{BE91B5C7-9E6E-FC9A-ABB8-AE180BF28D20}"/>
              </a:ext>
            </a:extLst>
          </p:cNvPr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3BC4CE-83CC-23D1-99FE-13685E4C19FD}"/>
              </a:ext>
            </a:extLst>
          </p:cNvPr>
          <p:cNvSpPr/>
          <p:nvPr/>
        </p:nvSpPr>
        <p:spPr>
          <a:xfrm>
            <a:off x="8096250" y="6572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P3가 X를 직접 제안할 때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‘수락 가능’만으로는 공통 제안으로 인정하지 않음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719A953-9D53-F111-E990-7EC7E891FB03}"/>
              </a:ext>
            </a:extLst>
          </p:cNvPr>
          <p:cNvSpPr/>
          <p:nvPr/>
        </p:nvSpPr>
        <p:spPr>
          <a:xfrm>
            <a:off x="8096250" y="7477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누가 어느 라운드에 후보를 제출했는지 축적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라운드=순위이므로 순위 합 기반 동률 해소 가능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17676F4-7C24-5E12-0178-CC749411A6E0}"/>
              </a:ext>
            </a:extLst>
          </p:cNvPr>
          <p:cNvSpPr/>
          <p:nvPr/>
        </p:nvSpPr>
        <p:spPr>
          <a:xfrm>
            <a:off x="2476500" y="8429625"/>
            <a:ext cx="9334500" cy="4572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결정적 차이  │  1-A의 증거는 ‘현재 O’이고, 2의 증거는 ‘과거부터 누적된 직접 제안’이다.</a:t>
            </a:r>
          </a:p>
        </p:txBody>
      </p:sp>
    </p:spTree>
    <p:extLst>
      <p:ext uri="{BB962C8B-B14F-4D97-AF65-F5344CB8AC3E}">
        <p14:creationId xmlns:p14="http://schemas.microsoft.com/office/powerpoint/2010/main" val="3380937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</TotalTime>
  <Words>5460</Words>
  <Application>Microsoft Macintosh PowerPoint</Application>
  <PresentationFormat>사용자 지정</PresentationFormat>
  <Paragraphs>2178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종인 이</cp:lastModifiedBy>
  <cp:revision>362</cp:revision>
  <dcterms:created xsi:type="dcterms:W3CDTF">2013-01-27T09:14:16Z</dcterms:created>
  <dcterms:modified xsi:type="dcterms:W3CDTF">2026-08-13T12:46:34Z</dcterms:modified>
  <cp:category/>
</cp:coreProperties>
</file>
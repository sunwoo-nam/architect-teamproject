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사항 수집 · 정제 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9768" y="8412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요구를 설계 입력(Architecture Driver)으로 수렴시키는 과정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82512" y="310896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소개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61504" y="310896"/>
            <a:ext cx="1078992" cy="365760"/>
          </a:xfrm>
          <a:prstGeom prst="chevron">
            <a:avLst/>
          </a:prstGeom>
          <a:solidFill>
            <a:srgbClr val="2E9BD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40496" y="310896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19488" y="310896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구현·검증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310896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3429000" cy="3584448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627632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3E5C76"/>
          </a:solidFill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요구사항 수집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6344" y="2432304"/>
            <a:ext cx="3118104" cy="2633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Stakeholder 의견 청취 (Key Player 중심)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18종 VOC 도출 (1인칭 발언)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활동: 킥오프·주차별 미팅, 9개 시나리오 워크숍, Stakeholder 인터뷰, 설계 리뷰, GitHub Issues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VOC · 9개 시나리오 · FR/NFR 초안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9976" y="1627632"/>
            <a:ext cx="3429000" cy="3584448"/>
          </a:xfrm>
          <a:prstGeom prst="roundRect">
            <a:avLst>
              <a:gd name="adj" fmla="val 2133"/>
            </a:avLst>
          </a:prstGeom>
          <a:solidFill>
            <a:srgbClr val="EFF6FB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79976" y="1627632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1D6FA3"/>
          </a:solidFill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요구사항 분석 · 정제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34840" y="2432304"/>
            <a:ext cx="3118104" cy="2633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분석: 기능/비기능/제약 분류, 관련 요구 통합, 과제 범위 정의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통합: 원본 FR-L·T·X·N·S → FR-01~06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정제: FR-01~06, 제약 C-01, 품질 QAS 16종 (ISO/IEC 25010)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· Domain Model 분석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48472" y="1627632"/>
            <a:ext cx="3429000" cy="3584448"/>
          </a:xfrm>
          <a:prstGeom prst="roundRect">
            <a:avLst>
              <a:gd name="adj" fmla="val 2133"/>
            </a:avLst>
          </a:prstGeom>
          <a:solidFill>
            <a:srgbClr val="EEF6F4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48472" y="1627632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15807A"/>
          </a:solidFill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Architecture Driver 도출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03336" y="2432304"/>
            <a:ext cx="3118104" cy="2633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/ 품질 / 제약 분류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 Tree 기반 ASR 우선순위화 (상위 5개)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Drivers 종합</a:t>
            </a:r>
            <a:endParaRPr lang="en-US" sz="1200" dirty="0"/>
          </a:p>
          <a:p>
            <a:pPr algn="l" marL="177800" indent="-177800"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 전개: FR·제약 → 품질·ASR → AD 종합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72484" y="3200400"/>
            <a:ext cx="475488" cy="438912"/>
          </a:xfrm>
          <a:prstGeom prst="rightArrow">
            <a:avLst/>
          </a:prstGeom>
          <a:solidFill>
            <a:srgbClr val="B6BEC8"/>
          </a:solidFill>
          <a:ln/>
        </p:spPr>
      </p:sp>
      <p:sp>
        <p:nvSpPr>
          <p:cNvPr id="19" name="Shape 17"/>
          <p:cNvSpPr/>
          <p:nvPr/>
        </p:nvSpPr>
        <p:spPr>
          <a:xfrm>
            <a:off x="7840980" y="3200400"/>
            <a:ext cx="475488" cy="438912"/>
          </a:xfrm>
          <a:prstGeom prst="rightArrow">
            <a:avLst/>
          </a:prstGeom>
          <a:solidFill>
            <a:srgbClr val="B6BEC8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5577840"/>
            <a:ext cx="11365992" cy="694944"/>
          </a:xfrm>
          <a:prstGeom prst="roundRect">
            <a:avLst>
              <a:gd name="adj" fmla="val 7895"/>
            </a:avLst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분석·정제 → Architecture Driver 도출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다양한 이해관계자 요구를 설계를 이끄는 핵심 동인으로 수렴한다.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요구사항 수집·정제 과정</dc:title>
  <dc:subject>PptxGenJS Presentation</dc:subject>
  <dc:creator>architect-teamproject</dc:creator>
  <cp:lastModifiedBy>architect-teamproject</cp:lastModifiedBy>
  <cp:revision>1</cp:revision>
  <dcterms:created xsi:type="dcterms:W3CDTF">2026-06-30T23:09:31Z</dcterms:created>
  <dcterms:modified xsi:type="dcterms:W3CDTF">2026-06-30T23:09:31Z</dcterms:modified>
</cp:coreProperties>
</file>